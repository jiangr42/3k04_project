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894CE-5E55-45C2-B50B-B74F178F9907}" v="60" dt="2026-10-18T17:59:10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06" autoAdjust="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Jiang" userId="39f5b72eaf08a8bd" providerId="LiveId" clId="{DE176FEC-7598-42D3-8EC5-DD5E309756A4}"/>
    <pc:docChg chg="undo redo custSel addSld delSld modSld">
      <pc:chgData name="Leo Jiang" userId="39f5b72eaf08a8bd" providerId="LiveId" clId="{DE176FEC-7598-42D3-8EC5-DD5E309756A4}" dt="2026-10-18T19:48:28.097" v="2543" actId="1076"/>
      <pc:docMkLst>
        <pc:docMk/>
      </pc:docMkLst>
      <pc:sldChg chg="addSp delSp modSp mod">
        <pc:chgData name="Leo Jiang" userId="39f5b72eaf08a8bd" providerId="LiveId" clId="{DE176FEC-7598-42D3-8EC5-DD5E309756A4}" dt="2026-10-18T16:56:14.829" v="2356" actId="20577"/>
        <pc:sldMkLst>
          <pc:docMk/>
          <pc:sldMk cId="3683751953" sldId="257"/>
        </pc:sldMkLst>
        <pc:spChg chg="add mod">
          <ac:chgData name="Leo Jiang" userId="39f5b72eaf08a8bd" providerId="LiveId" clId="{DE176FEC-7598-42D3-8EC5-DD5E309756A4}" dt="2026-10-08T17:45:07.436" v="28" actId="14100"/>
          <ac:spMkLst>
            <pc:docMk/>
            <pc:sldMk cId="3683751953" sldId="257"/>
            <ac:spMk id="2" creationId="{FCF045F6-506A-6E17-DD6E-370546D83DA3}"/>
          </ac:spMkLst>
        </pc:spChg>
        <pc:spChg chg="del">
          <ac:chgData name="Leo Jiang" userId="39f5b72eaf08a8bd" providerId="LiveId" clId="{DE176FEC-7598-42D3-8EC5-DD5E309756A4}" dt="2026-10-08T17:59:30.201" v="276" actId="478"/>
          <ac:spMkLst>
            <pc:docMk/>
            <pc:sldMk cId="3683751953" sldId="257"/>
            <ac:spMk id="4" creationId="{F65F7F50-468A-5FA8-FD19-5DCA7EAFECE6}"/>
          </ac:spMkLst>
        </pc:spChg>
        <pc:spChg chg="add del mod">
          <ac:chgData name="Leo Jiang" userId="39f5b72eaf08a8bd" providerId="LiveId" clId="{DE176FEC-7598-42D3-8EC5-DD5E309756A4}" dt="2026-10-08T17:59:30.201" v="276" actId="478"/>
          <ac:spMkLst>
            <pc:docMk/>
            <pc:sldMk cId="3683751953" sldId="257"/>
            <ac:spMk id="6" creationId="{A6C56557-3BFD-7D7C-040A-5BAE71F13435}"/>
          </ac:spMkLst>
        </pc:spChg>
        <pc:spChg chg="add mod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8" creationId="{94F6FDC8-9A69-36CC-A556-31636F4894E5}"/>
          </ac:spMkLst>
        </pc:spChg>
        <pc:spChg chg="add mod">
          <ac:chgData name="Leo Jiang" userId="39f5b72eaf08a8bd" providerId="LiveId" clId="{DE176FEC-7598-42D3-8EC5-DD5E309756A4}" dt="2026-10-08T17:50:15.872" v="130" actId="1076"/>
          <ac:spMkLst>
            <pc:docMk/>
            <pc:sldMk cId="3683751953" sldId="257"/>
            <ac:spMk id="9" creationId="{A1A7D378-4BD7-36F8-88FF-905B440F3EDA}"/>
          </ac:spMkLst>
        </pc:spChg>
        <pc:spChg chg="add mod">
          <ac:chgData name="Leo Jiang" userId="39f5b72eaf08a8bd" providerId="LiveId" clId="{DE176FEC-7598-42D3-8EC5-DD5E309756A4}" dt="2026-10-18T16:56:07.442" v="2348" actId="20577"/>
          <ac:spMkLst>
            <pc:docMk/>
            <pc:sldMk cId="3683751953" sldId="257"/>
            <ac:spMk id="10" creationId="{7FE27E52-B093-3474-9687-20199DE65AA2}"/>
          </ac:spMkLst>
        </pc:spChg>
        <pc:spChg chg="add del mod">
          <ac:chgData name="Leo Jiang" userId="39f5b72eaf08a8bd" providerId="LiveId" clId="{DE176FEC-7598-42D3-8EC5-DD5E309756A4}" dt="2026-10-18T16:56:14.829" v="2356" actId="20577"/>
          <ac:spMkLst>
            <pc:docMk/>
            <pc:sldMk cId="3683751953" sldId="257"/>
            <ac:spMk id="12" creationId="{71FC1B5D-0589-C110-5125-67F25E55FFE8}"/>
          </ac:spMkLst>
        </pc:spChg>
        <pc:spChg chg="add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14" creationId="{5C4B1DC6-6462-DE28-5B50-0472094F6862}"/>
          </ac:spMkLst>
        </pc:spChg>
        <pc:spChg chg="add del">
          <ac:chgData name="Leo Jiang" userId="39f5b72eaf08a8bd" providerId="LiveId" clId="{DE176FEC-7598-42D3-8EC5-DD5E309756A4}" dt="2026-10-08T17:59:49.481" v="287" actId="478"/>
          <ac:spMkLst>
            <pc:docMk/>
            <pc:sldMk cId="3683751953" sldId="257"/>
            <ac:spMk id="17" creationId="{2CB60D7D-EBA7-7A16-7051-53BD36107C93}"/>
          </ac:spMkLst>
        </pc:spChg>
        <pc:spChg chg="del">
          <ac:chgData name="Leo Jiang" userId="39f5b72eaf08a8bd" providerId="LiveId" clId="{DE176FEC-7598-42D3-8EC5-DD5E309756A4}" dt="2026-10-08T17:59:30.201" v="276" actId="478"/>
          <ac:spMkLst>
            <pc:docMk/>
            <pc:sldMk cId="3683751953" sldId="257"/>
            <ac:spMk id="21" creationId="{FF696BE7-8A58-7BD6-BA1F-FFB329A49406}"/>
          </ac:spMkLst>
        </pc:spChg>
        <pc:spChg chg="add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23" creationId="{F0B91F45-F48C-D68D-A5FB-BE818D946DA8}"/>
          </ac:spMkLst>
        </pc:spChg>
        <pc:spChg chg="add mod">
          <ac:chgData name="Leo Jiang" userId="39f5b72eaf08a8bd" providerId="LiveId" clId="{DE176FEC-7598-42D3-8EC5-DD5E309756A4}" dt="2026-10-08T17:51:06.863" v="159" actId="20577"/>
          <ac:spMkLst>
            <pc:docMk/>
            <pc:sldMk cId="3683751953" sldId="257"/>
            <ac:spMk id="44" creationId="{61851507-A7D0-FE9C-BB06-3B47651E441A}"/>
          </ac:spMkLst>
        </pc:spChg>
        <pc:spChg chg="add mod ord">
          <ac:chgData name="Leo Jiang" userId="39f5b72eaf08a8bd" providerId="LiveId" clId="{DE176FEC-7598-42D3-8EC5-DD5E309756A4}" dt="2026-10-08T17:54:56.606" v="212" actId="207"/>
          <ac:spMkLst>
            <pc:docMk/>
            <pc:sldMk cId="3683751953" sldId="257"/>
            <ac:spMk id="59" creationId="{2B913D2E-D9C3-55A9-0B07-FA10A1706F78}"/>
          </ac:spMkLst>
        </pc:spChg>
        <pc:spChg chg="add del mod ord">
          <ac:chgData name="Leo Jiang" userId="39f5b72eaf08a8bd" providerId="LiveId" clId="{DE176FEC-7598-42D3-8EC5-DD5E309756A4}" dt="2026-10-08T17:59:46.054" v="281" actId="478"/>
          <ac:spMkLst>
            <pc:docMk/>
            <pc:sldMk cId="3683751953" sldId="257"/>
            <ac:spMk id="63" creationId="{F417F5C3-AA12-A09B-5C7E-85B0E598A15C}"/>
          </ac:spMkLst>
        </pc:spChg>
        <pc:spChg chg="add mod">
          <ac:chgData name="Leo Jiang" userId="39f5b72eaf08a8bd" providerId="LiveId" clId="{DE176FEC-7598-42D3-8EC5-DD5E309756A4}" dt="2026-10-08T20:05:43.454" v="2273" actId="1076"/>
          <ac:spMkLst>
            <pc:docMk/>
            <pc:sldMk cId="3683751953" sldId="257"/>
            <ac:spMk id="65" creationId="{8082F793-6B5B-1697-6777-2DE8FAABC4E5}"/>
          </ac:spMkLst>
        </pc:spChg>
        <pc:spChg chg="add del mod">
          <ac:chgData name="Leo Jiang" userId="39f5b72eaf08a8bd" providerId="LiveId" clId="{DE176FEC-7598-42D3-8EC5-DD5E309756A4}" dt="2026-10-08T17:59:52.625" v="289" actId="1076"/>
          <ac:spMkLst>
            <pc:docMk/>
            <pc:sldMk cId="3683751953" sldId="257"/>
            <ac:spMk id="68" creationId="{5A2F41DD-4863-FEE6-0563-2BD0BCC198B1}"/>
          </ac:spMkLst>
        </pc:spChg>
        <pc:spChg chg="add mod">
          <ac:chgData name="Leo Jiang" userId="39f5b72eaf08a8bd" providerId="LiveId" clId="{DE176FEC-7598-42D3-8EC5-DD5E309756A4}" dt="2026-10-08T18:01:41.130" v="331" actId="1076"/>
          <ac:spMkLst>
            <pc:docMk/>
            <pc:sldMk cId="3683751953" sldId="257"/>
            <ac:spMk id="69" creationId="{B2BD50D4-B5B8-6512-BC3E-F1B807726D9E}"/>
          </ac:spMkLst>
        </pc:spChg>
        <pc:spChg chg="add mod">
          <ac:chgData name="Leo Jiang" userId="39f5b72eaf08a8bd" providerId="LiveId" clId="{DE176FEC-7598-42D3-8EC5-DD5E309756A4}" dt="2026-10-18T16:48:34.506" v="2326" actId="313"/>
          <ac:spMkLst>
            <pc:docMk/>
            <pc:sldMk cId="3683751953" sldId="257"/>
            <ac:spMk id="74" creationId="{EC4BCA3A-8923-49A6-B73C-BDA5DA2FA723}"/>
          </ac:spMkLst>
        </pc:spChg>
        <pc:spChg chg="add del mod">
          <ac:chgData name="Leo Jiang" userId="39f5b72eaf08a8bd" providerId="LiveId" clId="{DE176FEC-7598-42D3-8EC5-DD5E309756A4}" dt="2026-10-08T17:59:47.324" v="284" actId="6549"/>
          <ac:spMkLst>
            <pc:docMk/>
            <pc:sldMk cId="3683751953" sldId="257"/>
            <ac:spMk id="75" creationId="{B7A46CDE-AAC9-2295-A297-D0AF19F7F3E1}"/>
          </ac:spMkLst>
        </pc:spChg>
        <pc:spChg chg="add del">
          <ac:chgData name="Leo Jiang" userId="39f5b72eaf08a8bd" providerId="LiveId" clId="{DE176FEC-7598-42D3-8EC5-DD5E309756A4}" dt="2026-10-08T17:59:49.481" v="287" actId="478"/>
          <ac:spMkLst>
            <pc:docMk/>
            <pc:sldMk cId="3683751953" sldId="257"/>
            <ac:spMk id="77" creationId="{4E95FBDF-5EBA-5F07-4CA6-FC57CD90919F}"/>
          </ac:spMkLst>
        </pc:spChg>
        <pc:spChg chg="add del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79" creationId="{A1EB9B74-0D54-E9F4-32EE-7671B318BCB0}"/>
          </ac:spMkLst>
        </pc:spChg>
        <pc:spChg chg="add mod">
          <ac:chgData name="Leo Jiang" userId="39f5b72eaf08a8bd" providerId="LiveId" clId="{DE176FEC-7598-42D3-8EC5-DD5E309756A4}" dt="2026-10-08T19:10:03.721" v="1932" actId="1076"/>
          <ac:spMkLst>
            <pc:docMk/>
            <pc:sldMk cId="3683751953" sldId="257"/>
            <ac:spMk id="82" creationId="{D432BA31-32BC-7A4A-A68A-4410BC289609}"/>
          </ac:spMkLst>
        </pc:spChg>
        <pc:spChg chg="mod">
          <ac:chgData name="Leo Jiang" userId="39f5b72eaf08a8bd" providerId="LiveId" clId="{DE176FEC-7598-42D3-8EC5-DD5E309756A4}" dt="2026-10-08T20:11:55.027" v="2325" actId="1076"/>
          <ac:spMkLst>
            <pc:docMk/>
            <pc:sldMk cId="3683751953" sldId="257"/>
            <ac:spMk id="88" creationId="{101C6426-0B3B-F5FE-BA4D-307B0D40CAC9}"/>
          </ac:spMkLst>
        </pc:spChg>
        <pc:spChg chg="del">
          <ac:chgData name="Leo Jiang" userId="39f5b72eaf08a8bd" providerId="LiveId" clId="{DE176FEC-7598-42D3-8EC5-DD5E309756A4}" dt="2026-10-08T17:59:30.201" v="276" actId="478"/>
          <ac:spMkLst>
            <pc:docMk/>
            <pc:sldMk cId="3683751953" sldId="257"/>
            <ac:spMk id="97" creationId="{1D0C3810-0123-6886-F9B4-EE283C34CCEA}"/>
          </ac:spMkLst>
        </pc:spChg>
        <pc:spChg chg="add del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103" creationId="{B35CDB2F-FA3E-3F5E-CA1F-1F5774A9F942}"/>
          </ac:spMkLst>
        </pc:spChg>
        <pc:spChg chg="add del mod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107" creationId="{DF3A7985-C714-F5FE-B1EC-17E6073ADCA8}"/>
          </ac:spMkLst>
        </pc:spChg>
        <pc:spChg chg="del">
          <ac:chgData name="Leo Jiang" userId="39f5b72eaf08a8bd" providerId="LiveId" clId="{DE176FEC-7598-42D3-8EC5-DD5E309756A4}" dt="2026-10-08T17:59:30.201" v="276" actId="478"/>
          <ac:spMkLst>
            <pc:docMk/>
            <pc:sldMk cId="3683751953" sldId="257"/>
            <ac:spMk id="109" creationId="{A5E54DF3-BC87-307F-EC7E-42415B82746C}"/>
          </ac:spMkLst>
        </pc:spChg>
        <pc:spChg chg="mod">
          <ac:chgData name="Leo Jiang" userId="39f5b72eaf08a8bd" providerId="LiveId" clId="{DE176FEC-7598-42D3-8EC5-DD5E309756A4}" dt="2026-10-08T17:55:58.722" v="253" actId="1076"/>
          <ac:spMkLst>
            <pc:docMk/>
            <pc:sldMk cId="3683751953" sldId="257"/>
            <ac:spMk id="114" creationId="{7D66084A-6271-19FD-E286-99C9716ABF0E}"/>
          </ac:spMkLst>
        </pc:spChg>
        <pc:spChg chg="add del">
          <ac:chgData name="Leo Jiang" userId="39f5b72eaf08a8bd" providerId="LiveId" clId="{DE176FEC-7598-42D3-8EC5-DD5E309756A4}" dt="2026-10-08T17:59:46.054" v="281" actId="478"/>
          <ac:spMkLst>
            <pc:docMk/>
            <pc:sldMk cId="3683751953" sldId="257"/>
            <ac:spMk id="116" creationId="{891E0608-6FD0-8F98-D972-870058D22AF6}"/>
          </ac:spMkLst>
        </pc:spChg>
        <pc:spChg chg="add del">
          <ac:chgData name="Leo Jiang" userId="39f5b72eaf08a8bd" providerId="LiveId" clId="{DE176FEC-7598-42D3-8EC5-DD5E309756A4}" dt="2026-10-08T17:59:46.054" v="281" actId="478"/>
          <ac:spMkLst>
            <pc:docMk/>
            <pc:sldMk cId="3683751953" sldId="257"/>
            <ac:spMk id="118" creationId="{99D372EA-EC2D-F744-DA4E-A744C956A31B}"/>
          </ac:spMkLst>
        </pc:spChg>
        <pc:spChg chg="mod">
          <ac:chgData name="Leo Jiang" userId="39f5b72eaf08a8bd" providerId="LiveId" clId="{DE176FEC-7598-42D3-8EC5-DD5E309756A4}" dt="2026-10-08T17:50:09.478" v="129" actId="1076"/>
          <ac:spMkLst>
            <pc:docMk/>
            <pc:sldMk cId="3683751953" sldId="257"/>
            <ac:spMk id="124" creationId="{4DCDCE1F-0635-40FC-353D-9EBDEC6753CF}"/>
          </ac:spMkLst>
        </pc:spChg>
        <pc:spChg chg="add mod">
          <ac:chgData name="Leo Jiang" userId="39f5b72eaf08a8bd" providerId="LiveId" clId="{DE176FEC-7598-42D3-8EC5-DD5E309756A4}" dt="2026-10-08T17:59:47.657" v="285" actId="478"/>
          <ac:spMkLst>
            <pc:docMk/>
            <pc:sldMk cId="3683751953" sldId="257"/>
            <ac:spMk id="126" creationId="{2C15E6A4-56ED-1B65-BB7C-DC099E216EA9}"/>
          </ac:spMkLst>
        </pc:spChg>
        <pc:cxnChg chg="add del mod">
          <ac:chgData name="Leo Jiang" userId="39f5b72eaf08a8bd" providerId="LiveId" clId="{DE176FEC-7598-42D3-8EC5-DD5E309756A4}" dt="2026-10-08T17:59:46.473" v="282" actId="478"/>
          <ac:cxnSpMkLst>
            <pc:docMk/>
            <pc:sldMk cId="3683751953" sldId="257"/>
            <ac:cxnSpMk id="29" creationId="{28B34982-AF7C-F315-6EFE-0E617A424075}"/>
          </ac:cxnSpMkLst>
        </pc:cxnChg>
        <pc:cxnChg chg="add del mod">
          <ac:chgData name="Leo Jiang" userId="39f5b72eaf08a8bd" providerId="LiveId" clId="{DE176FEC-7598-42D3-8EC5-DD5E309756A4}" dt="2026-10-08T17:59:49.481" v="287" actId="478"/>
          <ac:cxnSpMkLst>
            <pc:docMk/>
            <pc:sldMk cId="3683751953" sldId="257"/>
            <ac:cxnSpMk id="31" creationId="{387AE7A2-F559-CBFE-B75B-1689F3D1CBCD}"/>
          </ac:cxnSpMkLst>
        </pc:cxnChg>
        <pc:cxnChg chg="mod">
          <ac:chgData name="Leo Jiang" userId="39f5b72eaf08a8bd" providerId="LiveId" clId="{DE176FEC-7598-42D3-8EC5-DD5E309756A4}" dt="2026-10-08T20:11:25.107" v="2322" actId="14100"/>
          <ac:cxnSpMkLst>
            <pc:docMk/>
            <pc:sldMk cId="3683751953" sldId="257"/>
            <ac:cxnSpMk id="35" creationId="{AADF8BAD-F4F0-B6D5-30DF-E8F0C4490EDE}"/>
          </ac:cxnSpMkLst>
        </pc:cxnChg>
        <pc:cxnChg chg="add mod ord">
          <ac:chgData name="Leo Jiang" userId="39f5b72eaf08a8bd" providerId="LiveId" clId="{DE176FEC-7598-42D3-8EC5-DD5E309756A4}" dt="2026-10-08T17:49:22.234" v="106" actId="167"/>
          <ac:cxnSpMkLst>
            <pc:docMk/>
            <pc:sldMk cId="3683751953" sldId="257"/>
            <ac:cxnSpMk id="41" creationId="{28EDB368-6C16-623E-7B64-6A787CE659CE}"/>
          </ac:cxnSpMkLst>
        </pc:cxnChg>
        <pc:cxnChg chg="mod">
          <ac:chgData name="Leo Jiang" userId="39f5b72eaf08a8bd" providerId="LiveId" clId="{DE176FEC-7598-42D3-8EC5-DD5E309756A4}" dt="2026-10-08T20:11:18.099" v="2321" actId="478"/>
          <ac:cxnSpMkLst>
            <pc:docMk/>
            <pc:sldMk cId="3683751953" sldId="257"/>
            <ac:cxnSpMk id="46" creationId="{22E44757-54DC-5DDD-3B7C-B167CB24E506}"/>
          </ac:cxnSpMkLst>
        </pc:cxnChg>
        <pc:cxnChg chg="mod">
          <ac:chgData name="Leo Jiang" userId="39f5b72eaf08a8bd" providerId="LiveId" clId="{DE176FEC-7598-42D3-8EC5-DD5E309756A4}" dt="2026-10-08T17:46:52.177" v="57" actId="14100"/>
          <ac:cxnSpMkLst>
            <pc:docMk/>
            <pc:sldMk cId="3683751953" sldId="257"/>
            <ac:cxnSpMk id="53" creationId="{5E15E828-0AA3-7D2C-31FE-2E5CA5EB6297}"/>
          </ac:cxnSpMkLst>
        </pc:cxnChg>
        <pc:cxnChg chg="add del mod">
          <ac:chgData name="Leo Jiang" userId="39f5b72eaf08a8bd" providerId="LiveId" clId="{DE176FEC-7598-42D3-8EC5-DD5E309756A4}" dt="2026-10-08T17:48:07.888" v="86" actId="1076"/>
          <ac:cxnSpMkLst>
            <pc:docMk/>
            <pc:sldMk cId="3683751953" sldId="257"/>
            <ac:cxnSpMk id="66" creationId="{B0B81160-9D82-022A-47D4-063341FD49D6}"/>
          </ac:cxnSpMkLst>
        </pc:cxnChg>
        <pc:cxnChg chg="mod">
          <ac:chgData name="Leo Jiang" userId="39f5b72eaf08a8bd" providerId="LiveId" clId="{DE176FEC-7598-42D3-8EC5-DD5E309756A4}" dt="2026-10-08T17:46:38.449" v="54" actId="1076"/>
          <ac:cxnSpMkLst>
            <pc:docMk/>
            <pc:sldMk cId="3683751953" sldId="257"/>
            <ac:cxnSpMk id="70" creationId="{DF3AE2E9-FE70-B239-2C2A-97CAEA16B1BA}"/>
          </ac:cxnSpMkLst>
        </pc:cxnChg>
        <pc:cxnChg chg="add mod">
          <ac:chgData name="Leo Jiang" userId="39f5b72eaf08a8bd" providerId="LiveId" clId="{DE176FEC-7598-42D3-8EC5-DD5E309756A4}" dt="2026-10-08T17:49:04.103" v="99" actId="1076"/>
          <ac:cxnSpMkLst>
            <pc:docMk/>
            <pc:sldMk cId="3683751953" sldId="257"/>
            <ac:cxnSpMk id="72" creationId="{24BBFB8C-C977-D4FA-ED00-FCA363B8CDD6}"/>
          </ac:cxnSpMkLst>
        </pc:cxnChg>
        <pc:cxnChg chg="add mod">
          <ac:chgData name="Leo Jiang" userId="39f5b72eaf08a8bd" providerId="LiveId" clId="{DE176FEC-7598-42D3-8EC5-DD5E309756A4}" dt="2026-10-07T18:21:33.111" v="2"/>
          <ac:cxnSpMkLst>
            <pc:docMk/>
            <pc:sldMk cId="3683751953" sldId="257"/>
            <ac:cxnSpMk id="73" creationId="{7313D41A-6140-335F-0C18-C1D41F78AA58}"/>
          </ac:cxnSpMkLst>
        </pc:cxnChg>
        <pc:cxnChg chg="add mod">
          <ac:chgData name="Leo Jiang" userId="39f5b72eaf08a8bd" providerId="LiveId" clId="{DE176FEC-7598-42D3-8EC5-DD5E309756A4}" dt="2026-10-08T19:10:05.939" v="1933" actId="14100"/>
          <ac:cxnSpMkLst>
            <pc:docMk/>
            <pc:sldMk cId="3683751953" sldId="257"/>
            <ac:cxnSpMk id="78" creationId="{ED3F55EB-2C10-3CEE-13E0-7D3A144FAE06}"/>
          </ac:cxnSpMkLst>
        </pc:cxnChg>
        <pc:cxnChg chg="add del mod">
          <ac:chgData name="Leo Jiang" userId="39f5b72eaf08a8bd" providerId="LiveId" clId="{DE176FEC-7598-42D3-8EC5-DD5E309756A4}" dt="2026-10-08T17:59:46.054" v="281" actId="478"/>
          <ac:cxnSpMkLst>
            <pc:docMk/>
            <pc:sldMk cId="3683751953" sldId="257"/>
            <ac:cxnSpMk id="121" creationId="{4BB3AB26-734D-93B4-6528-B3265A1B624F}"/>
          </ac:cxnSpMkLst>
        </pc:cxnChg>
        <pc:cxnChg chg="add mod">
          <ac:chgData name="Leo Jiang" userId="39f5b72eaf08a8bd" providerId="LiveId" clId="{DE176FEC-7598-42D3-8EC5-DD5E309756A4}" dt="2026-10-08T17:50:59.459" v="147" actId="1076"/>
          <ac:cxnSpMkLst>
            <pc:docMk/>
            <pc:sldMk cId="3683751953" sldId="257"/>
            <ac:cxnSpMk id="122" creationId="{9BBF0BF0-EDDF-0F7C-F9ED-AD9598E43554}"/>
          </ac:cxnSpMkLst>
        </pc:cxnChg>
      </pc:sldChg>
      <pc:sldChg chg="addSp delSp modSp new mod">
        <pc:chgData name="Leo Jiang" userId="39f5b72eaf08a8bd" providerId="LiveId" clId="{DE176FEC-7598-42D3-8EC5-DD5E309756A4}" dt="2026-10-08T18:33:17.860" v="745" actId="478"/>
        <pc:sldMkLst>
          <pc:docMk/>
          <pc:sldMk cId="3730152879" sldId="258"/>
        </pc:sldMkLst>
        <pc:spChg chg="mod">
          <ac:chgData name="Leo Jiang" userId="39f5b72eaf08a8bd" providerId="LiveId" clId="{DE176FEC-7598-42D3-8EC5-DD5E309756A4}" dt="2026-10-08T18:28:13.789" v="737" actId="1076"/>
          <ac:spMkLst>
            <pc:docMk/>
            <pc:sldMk cId="3730152879" sldId="258"/>
            <ac:spMk id="3" creationId="{8E81290F-D64D-E650-DA38-47449A083A1E}"/>
          </ac:spMkLst>
        </pc:spChg>
        <pc:spChg chg="add mod">
          <ac:chgData name="Leo Jiang" userId="39f5b72eaf08a8bd" providerId="LiveId" clId="{DE176FEC-7598-42D3-8EC5-DD5E309756A4}" dt="2026-10-08T17:52:25.067" v="161"/>
          <ac:spMkLst>
            <pc:docMk/>
            <pc:sldMk cId="3730152879" sldId="258"/>
            <ac:spMk id="39" creationId="{3A24C183-138F-6275-37FE-B5786CB823A9}"/>
          </ac:spMkLst>
        </pc:spChg>
        <pc:spChg chg="add mod">
          <ac:chgData name="Leo Jiang" userId="39f5b72eaf08a8bd" providerId="LiveId" clId="{DE176FEC-7598-42D3-8EC5-DD5E309756A4}" dt="2026-10-08T17:52:46.282" v="186" actId="14100"/>
          <ac:spMkLst>
            <pc:docMk/>
            <pc:sldMk cId="3730152879" sldId="258"/>
            <ac:spMk id="44" creationId="{C0197ED4-E343-23AD-4D10-4C81B049D645}"/>
          </ac:spMkLst>
        </pc:spChg>
        <pc:spChg chg="add mod">
          <ac:chgData name="Leo Jiang" userId="39f5b72eaf08a8bd" providerId="LiveId" clId="{DE176FEC-7598-42D3-8EC5-DD5E309756A4}" dt="2026-10-08T18:19:04.656" v="623" actId="1076"/>
          <ac:spMkLst>
            <pc:docMk/>
            <pc:sldMk cId="3730152879" sldId="258"/>
            <ac:spMk id="48" creationId="{3A79FA68-7635-CAC2-8114-60D258A51F6B}"/>
          </ac:spMkLst>
        </pc:spChg>
        <pc:spChg chg="add mod">
          <ac:chgData name="Leo Jiang" userId="39f5b72eaf08a8bd" providerId="LiveId" clId="{DE176FEC-7598-42D3-8EC5-DD5E309756A4}" dt="2026-10-08T18:24:38.852" v="669" actId="1076"/>
          <ac:spMkLst>
            <pc:docMk/>
            <pc:sldMk cId="3730152879" sldId="258"/>
            <ac:spMk id="49" creationId="{E9861D17-9144-5616-9736-25644DDCD04B}"/>
          </ac:spMkLst>
        </pc:spChg>
        <pc:spChg chg="add mod">
          <ac:chgData name="Leo Jiang" userId="39f5b72eaf08a8bd" providerId="LiveId" clId="{DE176FEC-7598-42D3-8EC5-DD5E309756A4}" dt="2026-10-08T18:01:52.562" v="357" actId="20577"/>
          <ac:spMkLst>
            <pc:docMk/>
            <pc:sldMk cId="3730152879" sldId="258"/>
            <ac:spMk id="51" creationId="{946D82DB-FF63-8052-AAC1-686022972E83}"/>
          </ac:spMkLst>
        </pc:spChg>
        <pc:spChg chg="add mod">
          <ac:chgData name="Leo Jiang" userId="39f5b72eaf08a8bd" providerId="LiveId" clId="{DE176FEC-7598-42D3-8EC5-DD5E309756A4}" dt="2026-10-08T18:04:03.771" v="429" actId="1076"/>
          <ac:spMkLst>
            <pc:docMk/>
            <pc:sldMk cId="3730152879" sldId="258"/>
            <ac:spMk id="53" creationId="{AFFD6DC3-3162-BD06-CC22-2A2DA547F6EF}"/>
          </ac:spMkLst>
        </pc:spChg>
        <pc:spChg chg="add mod">
          <ac:chgData name="Leo Jiang" userId="39f5b72eaf08a8bd" providerId="LiveId" clId="{DE176FEC-7598-42D3-8EC5-DD5E309756A4}" dt="2026-10-08T18:04:05.251" v="430" actId="1076"/>
          <ac:spMkLst>
            <pc:docMk/>
            <pc:sldMk cId="3730152879" sldId="258"/>
            <ac:spMk id="55" creationId="{10E752F9-2A82-BC7D-F472-DF3465579818}"/>
          </ac:spMkLst>
        </pc:spChg>
        <pc:spChg chg="add mod">
          <ac:chgData name="Leo Jiang" userId="39f5b72eaf08a8bd" providerId="LiveId" clId="{DE176FEC-7598-42D3-8EC5-DD5E309756A4}" dt="2026-10-08T18:04:02.018" v="428" actId="1076"/>
          <ac:spMkLst>
            <pc:docMk/>
            <pc:sldMk cId="3730152879" sldId="258"/>
            <ac:spMk id="57" creationId="{50285E2D-D623-6881-7ECF-06F50DB8FC8E}"/>
          </ac:spMkLst>
        </pc:spChg>
        <pc:spChg chg="add mod">
          <ac:chgData name="Leo Jiang" userId="39f5b72eaf08a8bd" providerId="LiveId" clId="{DE176FEC-7598-42D3-8EC5-DD5E309756A4}" dt="2026-10-08T18:03:53.786" v="424" actId="1076"/>
          <ac:spMkLst>
            <pc:docMk/>
            <pc:sldMk cId="3730152879" sldId="258"/>
            <ac:spMk id="61" creationId="{5D57C0FC-A8A4-7CF9-A445-DCFA8578716A}"/>
          </ac:spMkLst>
        </pc:spChg>
        <pc:spChg chg="add mod">
          <ac:chgData name="Leo Jiang" userId="39f5b72eaf08a8bd" providerId="LiveId" clId="{DE176FEC-7598-42D3-8EC5-DD5E309756A4}" dt="2026-10-08T18:16:16.385" v="582" actId="1076"/>
          <ac:spMkLst>
            <pc:docMk/>
            <pc:sldMk cId="3730152879" sldId="258"/>
            <ac:spMk id="63" creationId="{BB07048A-3ECC-00A0-201E-CA118A131F75}"/>
          </ac:spMkLst>
        </pc:spChg>
        <pc:spChg chg="add mod">
          <ac:chgData name="Leo Jiang" userId="39f5b72eaf08a8bd" providerId="LiveId" clId="{DE176FEC-7598-42D3-8EC5-DD5E309756A4}" dt="2026-10-08T18:05:02.436" v="467" actId="1076"/>
          <ac:spMkLst>
            <pc:docMk/>
            <pc:sldMk cId="3730152879" sldId="258"/>
            <ac:spMk id="65" creationId="{FA11B50D-163A-6E6F-23C3-739B8CF40452}"/>
          </ac:spMkLst>
        </pc:spChg>
        <pc:spChg chg="add mod">
          <ac:chgData name="Leo Jiang" userId="39f5b72eaf08a8bd" providerId="LiveId" clId="{DE176FEC-7598-42D3-8EC5-DD5E309756A4}" dt="2026-10-08T18:19:08.453" v="624" actId="1076"/>
          <ac:spMkLst>
            <pc:docMk/>
            <pc:sldMk cId="3730152879" sldId="258"/>
            <ac:spMk id="69" creationId="{B5F63AAC-AC91-AB6F-911C-7B96C1A001C1}"/>
          </ac:spMkLst>
        </pc:spChg>
        <pc:spChg chg="add mod">
          <ac:chgData name="Leo Jiang" userId="39f5b72eaf08a8bd" providerId="LiveId" clId="{DE176FEC-7598-42D3-8EC5-DD5E309756A4}" dt="2026-10-08T18:24:30.182" v="668" actId="14100"/>
          <ac:spMkLst>
            <pc:docMk/>
            <pc:sldMk cId="3730152879" sldId="258"/>
            <ac:spMk id="71" creationId="{0B98A791-3704-E7E7-B729-4DA885E75793}"/>
          </ac:spMkLst>
        </pc:spChg>
        <pc:spChg chg="add mod">
          <ac:chgData name="Leo Jiang" userId="39f5b72eaf08a8bd" providerId="LiveId" clId="{DE176FEC-7598-42D3-8EC5-DD5E309756A4}" dt="2026-10-08T18:27:34.229" v="724" actId="1076"/>
          <ac:spMkLst>
            <pc:docMk/>
            <pc:sldMk cId="3730152879" sldId="258"/>
            <ac:spMk id="73" creationId="{A134842C-897C-28A9-B29B-53E2038ED014}"/>
          </ac:spMkLst>
        </pc:spChg>
        <pc:spChg chg="add mod">
          <ac:chgData name="Leo Jiang" userId="39f5b72eaf08a8bd" providerId="LiveId" clId="{DE176FEC-7598-42D3-8EC5-DD5E309756A4}" dt="2026-10-08T18:19:21.248" v="625" actId="1076"/>
          <ac:spMkLst>
            <pc:docMk/>
            <pc:sldMk cId="3730152879" sldId="258"/>
            <ac:spMk id="75" creationId="{4DF55199-19ED-0FBF-BE09-D1268AB4E232}"/>
          </ac:spMkLst>
        </pc:spChg>
        <pc:spChg chg="add mod">
          <ac:chgData name="Leo Jiang" userId="39f5b72eaf08a8bd" providerId="LiveId" clId="{DE176FEC-7598-42D3-8EC5-DD5E309756A4}" dt="2026-10-08T18:28:08.710" v="733" actId="1076"/>
          <ac:spMkLst>
            <pc:docMk/>
            <pc:sldMk cId="3730152879" sldId="258"/>
            <ac:spMk id="77" creationId="{C51BA5A5-08BF-A0CA-1E93-17AC392EADAA}"/>
          </ac:spMkLst>
        </pc:spChg>
        <pc:spChg chg="add mod">
          <ac:chgData name="Leo Jiang" userId="39f5b72eaf08a8bd" providerId="LiveId" clId="{DE176FEC-7598-42D3-8EC5-DD5E309756A4}" dt="2026-10-08T18:28:06.026" v="732" actId="1076"/>
          <ac:spMkLst>
            <pc:docMk/>
            <pc:sldMk cId="3730152879" sldId="258"/>
            <ac:spMk id="79" creationId="{337718AB-F1CA-1BBE-1034-A831E850732E}"/>
          </ac:spMkLst>
        </pc:spChg>
        <pc:spChg chg="add mod">
          <ac:chgData name="Leo Jiang" userId="39f5b72eaf08a8bd" providerId="LiveId" clId="{DE176FEC-7598-42D3-8EC5-DD5E309756A4}" dt="2026-10-08T18:26:50.958" v="709" actId="1076"/>
          <ac:spMkLst>
            <pc:docMk/>
            <pc:sldMk cId="3730152879" sldId="258"/>
            <ac:spMk id="128" creationId="{999C977A-3432-4969-D083-6E0C02D03510}"/>
          </ac:spMkLst>
        </pc:spChg>
        <pc:spChg chg="add mod">
          <ac:chgData name="Leo Jiang" userId="39f5b72eaf08a8bd" providerId="LiveId" clId="{DE176FEC-7598-42D3-8EC5-DD5E309756A4}" dt="2026-10-08T18:26:54.866" v="711" actId="1076"/>
          <ac:spMkLst>
            <pc:docMk/>
            <pc:sldMk cId="3730152879" sldId="258"/>
            <ac:spMk id="130" creationId="{E6DC5991-4944-4485-F5E8-C885A43E4D8D}"/>
          </ac:spMkLst>
        </pc:spChg>
        <pc:spChg chg="add mod">
          <ac:chgData name="Leo Jiang" userId="39f5b72eaf08a8bd" providerId="LiveId" clId="{DE176FEC-7598-42D3-8EC5-DD5E309756A4}" dt="2026-10-08T18:26:58.290" v="713" actId="1076"/>
          <ac:spMkLst>
            <pc:docMk/>
            <pc:sldMk cId="3730152879" sldId="258"/>
            <ac:spMk id="132" creationId="{D0514C2B-6CE6-6599-2C5D-A8AFD9079BE2}"/>
          </ac:spMkLst>
        </pc:spChg>
        <pc:spChg chg="add mod">
          <ac:chgData name="Leo Jiang" userId="39f5b72eaf08a8bd" providerId="LiveId" clId="{DE176FEC-7598-42D3-8EC5-DD5E309756A4}" dt="2026-10-08T18:27:25.189" v="721" actId="1076"/>
          <ac:spMkLst>
            <pc:docMk/>
            <pc:sldMk cId="3730152879" sldId="258"/>
            <ac:spMk id="134" creationId="{664422F6-0577-2DAD-8FBE-6AE371912114}"/>
          </ac:spMkLst>
        </pc:spChg>
        <pc:spChg chg="add mod">
          <ac:chgData name="Leo Jiang" userId="39f5b72eaf08a8bd" providerId="LiveId" clId="{DE176FEC-7598-42D3-8EC5-DD5E309756A4}" dt="2026-10-08T18:27:43.936" v="727" actId="1076"/>
          <ac:spMkLst>
            <pc:docMk/>
            <pc:sldMk cId="3730152879" sldId="258"/>
            <ac:spMk id="136" creationId="{6F6A8C9B-41CD-977A-5A7E-20E3841978F2}"/>
          </ac:spMkLst>
        </pc:spChg>
        <pc:spChg chg="add mod">
          <ac:chgData name="Leo Jiang" userId="39f5b72eaf08a8bd" providerId="LiveId" clId="{DE176FEC-7598-42D3-8EC5-DD5E309756A4}" dt="2026-10-08T18:28:20.179" v="740" actId="1076"/>
          <ac:spMkLst>
            <pc:docMk/>
            <pc:sldMk cId="3730152879" sldId="258"/>
            <ac:spMk id="139" creationId="{B00DD36B-72DC-73C8-1705-02EFE6FEA79D}"/>
          </ac:spMkLst>
        </pc:spChg>
        <pc:spChg chg="add mod">
          <ac:chgData name="Leo Jiang" userId="39f5b72eaf08a8bd" providerId="LiveId" clId="{DE176FEC-7598-42D3-8EC5-DD5E309756A4}" dt="2026-10-08T18:28:30.585" v="743" actId="1076"/>
          <ac:spMkLst>
            <pc:docMk/>
            <pc:sldMk cId="3730152879" sldId="258"/>
            <ac:spMk id="141" creationId="{B8CC9C31-9A24-3FAB-1FFA-9D48BF41692A}"/>
          </ac:spMkLst>
        </pc:spChg>
        <pc:cxnChg chg="add mod">
          <ac:chgData name="Leo Jiang" userId="39f5b72eaf08a8bd" providerId="LiveId" clId="{DE176FEC-7598-42D3-8EC5-DD5E309756A4}" dt="2026-10-08T18:24:38.852" v="669" actId="1076"/>
          <ac:cxnSpMkLst>
            <pc:docMk/>
            <pc:sldMk cId="3730152879" sldId="258"/>
            <ac:cxnSpMk id="81" creationId="{6B24CF25-93ED-0425-D8DD-8C439338D897}"/>
          </ac:cxnSpMkLst>
        </pc:cxnChg>
        <pc:cxnChg chg="add mod">
          <ac:chgData name="Leo Jiang" userId="39f5b72eaf08a8bd" providerId="LiveId" clId="{DE176FEC-7598-42D3-8EC5-DD5E309756A4}" dt="2026-10-08T18:24:50.054" v="672" actId="14100"/>
          <ac:cxnSpMkLst>
            <pc:docMk/>
            <pc:sldMk cId="3730152879" sldId="258"/>
            <ac:cxnSpMk id="83" creationId="{DDC4F52B-B02B-4A25-FF90-7D8C9B6D6825}"/>
          </ac:cxnSpMkLst>
        </pc:cxnChg>
        <pc:cxnChg chg="add mod">
          <ac:chgData name="Leo Jiang" userId="39f5b72eaf08a8bd" providerId="LiveId" clId="{DE176FEC-7598-42D3-8EC5-DD5E309756A4}" dt="2026-10-08T18:18:51.283" v="619" actId="13822"/>
          <ac:cxnSpMkLst>
            <pc:docMk/>
            <pc:sldMk cId="3730152879" sldId="258"/>
            <ac:cxnSpMk id="85" creationId="{1D80EACE-CE46-C125-99AA-53AE1832BE3C}"/>
          </ac:cxnSpMkLst>
        </pc:cxnChg>
        <pc:cxnChg chg="add mod">
          <ac:chgData name="Leo Jiang" userId="39f5b72eaf08a8bd" providerId="LiveId" clId="{DE176FEC-7598-42D3-8EC5-DD5E309756A4}" dt="2026-10-08T18:19:04.656" v="623" actId="1076"/>
          <ac:cxnSpMkLst>
            <pc:docMk/>
            <pc:sldMk cId="3730152879" sldId="258"/>
            <ac:cxnSpMk id="87" creationId="{A799DCB2-3E41-A4A1-9AD3-4B02A506A834}"/>
          </ac:cxnSpMkLst>
        </pc:cxnChg>
        <pc:cxnChg chg="add mod">
          <ac:chgData name="Leo Jiang" userId="39f5b72eaf08a8bd" providerId="LiveId" clId="{DE176FEC-7598-42D3-8EC5-DD5E309756A4}" dt="2026-10-08T18:21:39.799" v="636" actId="14100"/>
          <ac:cxnSpMkLst>
            <pc:docMk/>
            <pc:sldMk cId="3730152879" sldId="258"/>
            <ac:cxnSpMk id="93" creationId="{74F5329C-74F6-E209-1A81-4AAA6491F4E7}"/>
          </ac:cxnSpMkLst>
        </pc:cxnChg>
        <pc:cxnChg chg="add mod">
          <ac:chgData name="Leo Jiang" userId="39f5b72eaf08a8bd" providerId="LiveId" clId="{DE176FEC-7598-42D3-8EC5-DD5E309756A4}" dt="2026-10-08T18:21:33.746" v="634" actId="1076"/>
          <ac:cxnSpMkLst>
            <pc:docMk/>
            <pc:sldMk cId="3730152879" sldId="258"/>
            <ac:cxnSpMk id="95" creationId="{212A6EDD-70E4-B3E8-7B95-A86D662E5B32}"/>
          </ac:cxnSpMkLst>
        </pc:cxnChg>
        <pc:cxnChg chg="add mod">
          <ac:chgData name="Leo Jiang" userId="39f5b72eaf08a8bd" providerId="LiveId" clId="{DE176FEC-7598-42D3-8EC5-DD5E309756A4}" dt="2026-10-08T18:22:35.674" v="644" actId="17032"/>
          <ac:cxnSpMkLst>
            <pc:docMk/>
            <pc:sldMk cId="3730152879" sldId="258"/>
            <ac:cxnSpMk id="101" creationId="{87827100-DE6B-0A2F-56FC-491ACD40889D}"/>
          </ac:cxnSpMkLst>
        </pc:cxnChg>
        <pc:cxnChg chg="add mod">
          <ac:chgData name="Leo Jiang" userId="39f5b72eaf08a8bd" providerId="LiveId" clId="{DE176FEC-7598-42D3-8EC5-DD5E309756A4}" dt="2026-10-08T18:24:40.969" v="670" actId="1076"/>
          <ac:cxnSpMkLst>
            <pc:docMk/>
            <pc:sldMk cId="3730152879" sldId="258"/>
            <ac:cxnSpMk id="102" creationId="{725DAECC-789E-9E78-7A0A-DF670CA8608C}"/>
          </ac:cxnSpMkLst>
        </pc:cxnChg>
        <pc:cxnChg chg="add mod">
          <ac:chgData name="Leo Jiang" userId="39f5b72eaf08a8bd" providerId="LiveId" clId="{DE176FEC-7598-42D3-8EC5-DD5E309756A4}" dt="2026-10-08T18:24:43.347" v="671" actId="1076"/>
          <ac:cxnSpMkLst>
            <pc:docMk/>
            <pc:sldMk cId="3730152879" sldId="258"/>
            <ac:cxnSpMk id="105" creationId="{06F1DD9B-1FD2-2344-FFD2-AF03B86CAC94}"/>
          </ac:cxnSpMkLst>
        </pc:cxnChg>
        <pc:cxnChg chg="add mod">
          <ac:chgData name="Leo Jiang" userId="39f5b72eaf08a8bd" providerId="LiveId" clId="{DE176FEC-7598-42D3-8EC5-DD5E309756A4}" dt="2026-10-08T18:23:32.482" v="657" actId="1076"/>
          <ac:cxnSpMkLst>
            <pc:docMk/>
            <pc:sldMk cId="3730152879" sldId="258"/>
            <ac:cxnSpMk id="106" creationId="{01992FCB-08C2-0DF6-9B42-58F3EFF53518}"/>
          </ac:cxnSpMkLst>
        </pc:cxnChg>
        <pc:cxnChg chg="add mod">
          <ac:chgData name="Leo Jiang" userId="39f5b72eaf08a8bd" providerId="LiveId" clId="{DE176FEC-7598-42D3-8EC5-DD5E309756A4}" dt="2026-10-08T18:24:15.305" v="661" actId="13822"/>
          <ac:cxnSpMkLst>
            <pc:docMk/>
            <pc:sldMk cId="3730152879" sldId="258"/>
            <ac:cxnSpMk id="108" creationId="{4F4BFCF3-D2D7-B36A-94B1-3E1C25B454AD}"/>
          </ac:cxnSpMkLst>
        </pc:cxnChg>
        <pc:cxnChg chg="add mod">
          <ac:chgData name="Leo Jiang" userId="39f5b72eaf08a8bd" providerId="LiveId" clId="{DE176FEC-7598-42D3-8EC5-DD5E309756A4}" dt="2026-10-08T18:24:15.305" v="661" actId="13822"/>
          <ac:cxnSpMkLst>
            <pc:docMk/>
            <pc:sldMk cId="3730152879" sldId="258"/>
            <ac:cxnSpMk id="110" creationId="{B367CA50-1050-4D17-ECFF-9F167754D114}"/>
          </ac:cxnSpMkLst>
        </pc:cxnChg>
        <pc:cxnChg chg="add mod">
          <ac:chgData name="Leo Jiang" userId="39f5b72eaf08a8bd" providerId="LiveId" clId="{DE176FEC-7598-42D3-8EC5-DD5E309756A4}" dt="2026-10-08T18:24:15.305" v="661" actId="13822"/>
          <ac:cxnSpMkLst>
            <pc:docMk/>
            <pc:sldMk cId="3730152879" sldId="258"/>
            <ac:cxnSpMk id="112" creationId="{DFDA3FF4-8194-F083-09D8-08A6F526325D}"/>
          </ac:cxnSpMkLst>
        </pc:cxnChg>
        <pc:cxnChg chg="add mod">
          <ac:chgData name="Leo Jiang" userId="39f5b72eaf08a8bd" providerId="LiveId" clId="{DE176FEC-7598-42D3-8EC5-DD5E309756A4}" dt="2026-10-08T18:24:54.266" v="674" actId="14100"/>
          <ac:cxnSpMkLst>
            <pc:docMk/>
            <pc:sldMk cId="3730152879" sldId="258"/>
            <ac:cxnSpMk id="115" creationId="{CE2A4862-1FE3-1B79-3C75-E4123CF42C2E}"/>
          </ac:cxnSpMkLst>
        </pc:cxnChg>
        <pc:cxnChg chg="add mod">
          <ac:chgData name="Leo Jiang" userId="39f5b72eaf08a8bd" providerId="LiveId" clId="{DE176FEC-7598-42D3-8EC5-DD5E309756A4}" dt="2026-10-08T18:24:58.556" v="675"/>
          <ac:cxnSpMkLst>
            <pc:docMk/>
            <pc:sldMk cId="3730152879" sldId="258"/>
            <ac:cxnSpMk id="117" creationId="{0FFBA1AC-1EE5-6488-AD1D-BB99BC65A6B4}"/>
          </ac:cxnSpMkLst>
        </pc:cxnChg>
        <pc:cxnChg chg="add mod">
          <ac:chgData name="Leo Jiang" userId="39f5b72eaf08a8bd" providerId="LiveId" clId="{DE176FEC-7598-42D3-8EC5-DD5E309756A4}" dt="2026-10-08T18:27:40.926" v="726" actId="14100"/>
          <ac:cxnSpMkLst>
            <pc:docMk/>
            <pc:sldMk cId="3730152879" sldId="258"/>
            <ac:cxnSpMk id="118" creationId="{9236FA77-68AE-0F30-4A9B-4870415F7F36}"/>
          </ac:cxnSpMkLst>
        </pc:cxnChg>
        <pc:cxnChg chg="add mod">
          <ac:chgData name="Leo Jiang" userId="39f5b72eaf08a8bd" providerId="LiveId" clId="{DE176FEC-7598-42D3-8EC5-DD5E309756A4}" dt="2026-10-08T18:25:21.436" v="681" actId="1076"/>
          <ac:cxnSpMkLst>
            <pc:docMk/>
            <pc:sldMk cId="3730152879" sldId="258"/>
            <ac:cxnSpMk id="120" creationId="{6CD23821-1E77-705F-4740-AAC2B5219EEA}"/>
          </ac:cxnSpMkLst>
        </pc:cxnChg>
        <pc:cxnChg chg="add mod">
          <ac:chgData name="Leo Jiang" userId="39f5b72eaf08a8bd" providerId="LiveId" clId="{DE176FEC-7598-42D3-8EC5-DD5E309756A4}" dt="2026-10-08T18:28:18.692" v="739" actId="14100"/>
          <ac:cxnSpMkLst>
            <pc:docMk/>
            <pc:sldMk cId="3730152879" sldId="258"/>
            <ac:cxnSpMk id="121" creationId="{4F8D36B8-4B80-844A-10B5-26325B7BF8D7}"/>
          </ac:cxnSpMkLst>
        </pc:cxnChg>
        <pc:cxnChg chg="add mod">
          <ac:chgData name="Leo Jiang" userId="39f5b72eaf08a8bd" providerId="LiveId" clId="{DE176FEC-7598-42D3-8EC5-DD5E309756A4}" dt="2026-10-08T18:28:28.213" v="742" actId="14100"/>
          <ac:cxnSpMkLst>
            <pc:docMk/>
            <pc:sldMk cId="3730152879" sldId="258"/>
            <ac:cxnSpMk id="123" creationId="{2EEEC101-E99F-8326-7E75-8A427850B068}"/>
          </ac:cxnSpMkLst>
        </pc:cxnChg>
        <pc:cxnChg chg="add mod">
          <ac:chgData name="Leo Jiang" userId="39f5b72eaf08a8bd" providerId="LiveId" clId="{DE176FEC-7598-42D3-8EC5-DD5E309756A4}" dt="2026-10-08T18:28:23.915" v="741" actId="1076"/>
          <ac:cxnSpMkLst>
            <pc:docMk/>
            <pc:sldMk cId="3730152879" sldId="258"/>
            <ac:cxnSpMk id="125" creationId="{412C9DFA-BE9F-88A6-8F5B-0780E0F45A55}"/>
          </ac:cxnSpMkLst>
        </pc:cxnChg>
        <pc:cxnChg chg="add mod">
          <ac:chgData name="Leo Jiang" userId="39f5b72eaf08a8bd" providerId="LiveId" clId="{DE176FEC-7598-42D3-8EC5-DD5E309756A4}" dt="2026-10-08T18:28:16.147" v="738" actId="1076"/>
          <ac:cxnSpMkLst>
            <pc:docMk/>
            <pc:sldMk cId="3730152879" sldId="258"/>
            <ac:cxnSpMk id="126" creationId="{E034159C-C8F4-5B69-4F6A-07C239AEE3DB}"/>
          </ac:cxnSpMkLst>
        </pc:cxnChg>
      </pc:sldChg>
      <pc:sldChg chg="addSp delSp modSp add mod">
        <pc:chgData name="Leo Jiang" userId="39f5b72eaf08a8bd" providerId="LiveId" clId="{DE176FEC-7598-42D3-8EC5-DD5E309756A4}" dt="2026-10-08T19:23:53.984" v="2032" actId="1076"/>
        <pc:sldMkLst>
          <pc:docMk/>
          <pc:sldMk cId="1619857055" sldId="259"/>
        </pc:sldMkLst>
        <pc:spChg chg="add mod">
          <ac:chgData name="Leo Jiang" userId="39f5b72eaf08a8bd" providerId="LiveId" clId="{DE176FEC-7598-42D3-8EC5-DD5E309756A4}" dt="2026-10-08T18:48:01.982" v="1242" actId="1076"/>
          <ac:spMkLst>
            <pc:docMk/>
            <pc:sldMk cId="1619857055" sldId="259"/>
            <ac:spMk id="6" creationId="{D6029FDC-BCF9-ED17-E192-09611D4B86AD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8" creationId="{F8012245-365D-C9D6-8D74-9F3E75AB2491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10" creationId="{9385C519-3A02-552B-7E82-7093A89D9B55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12" creationId="{B3907B43-E837-B4A9-3303-2F30EB3B9013}"/>
          </ac:spMkLst>
        </pc:spChg>
        <pc:spChg chg="add mod">
          <ac:chgData name="Leo Jiang" userId="39f5b72eaf08a8bd" providerId="LiveId" clId="{DE176FEC-7598-42D3-8EC5-DD5E309756A4}" dt="2026-10-08T18:48:01.982" v="1242" actId="1076"/>
          <ac:spMkLst>
            <pc:docMk/>
            <pc:sldMk cId="1619857055" sldId="259"/>
            <ac:spMk id="14" creationId="{37F0A1B0-F8AC-9D80-486E-A23F023D5D96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16" creationId="{4378DFDB-BA48-D326-E650-D0CC16DCDD10}"/>
          </ac:spMkLst>
        </pc:spChg>
        <pc:spChg chg="add mod">
          <ac:chgData name="Leo Jiang" userId="39f5b72eaf08a8bd" providerId="LiveId" clId="{DE176FEC-7598-42D3-8EC5-DD5E309756A4}" dt="2026-10-08T18:51:29.808" v="1347" actId="1076"/>
          <ac:spMkLst>
            <pc:docMk/>
            <pc:sldMk cId="1619857055" sldId="259"/>
            <ac:spMk id="21" creationId="{8CB110DE-5BE5-6C4D-5C22-AC97847878AD}"/>
          </ac:spMkLst>
        </pc:spChg>
        <pc:spChg chg="add mod">
          <ac:chgData name="Leo Jiang" userId="39f5b72eaf08a8bd" providerId="LiveId" clId="{DE176FEC-7598-42D3-8EC5-DD5E309756A4}" dt="2026-10-08T18:48:01.982" v="1242" actId="1076"/>
          <ac:spMkLst>
            <pc:docMk/>
            <pc:sldMk cId="1619857055" sldId="259"/>
            <ac:spMk id="25" creationId="{6545B4A2-1E3B-E734-9230-7857844F8A2A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26" creationId="{57E003CD-71E9-FAC8-DFDB-C5CBB7D24AE1}"/>
          </ac:spMkLst>
        </pc:spChg>
        <pc:spChg chg="add mod">
          <ac:chgData name="Leo Jiang" userId="39f5b72eaf08a8bd" providerId="LiveId" clId="{DE176FEC-7598-42D3-8EC5-DD5E309756A4}" dt="2026-10-08T18:48:01.982" v="1242" actId="1076"/>
          <ac:spMkLst>
            <pc:docMk/>
            <pc:sldMk cId="1619857055" sldId="259"/>
            <ac:spMk id="28" creationId="{4ED594FC-0FDB-1E06-0F17-5F7CED59B2BA}"/>
          </ac:spMkLst>
        </pc:spChg>
        <pc:spChg chg="mod">
          <ac:chgData name="Leo Jiang" userId="39f5b72eaf08a8bd" providerId="LiveId" clId="{DE176FEC-7598-42D3-8EC5-DD5E309756A4}" dt="2026-10-08T18:35:36.557" v="796" actId="20577"/>
          <ac:spMkLst>
            <pc:docMk/>
            <pc:sldMk cId="1619857055" sldId="259"/>
            <ac:spMk id="51" creationId="{9F2018CC-B98F-0AD5-CC80-93967A3C9901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84" creationId="{D6465B65-2EF0-E438-9A0A-4EC2C5447EBA}"/>
          </ac:spMkLst>
        </pc:spChg>
        <pc:spChg chg="add mod">
          <ac:chgData name="Leo Jiang" userId="39f5b72eaf08a8bd" providerId="LiveId" clId="{DE176FEC-7598-42D3-8EC5-DD5E309756A4}" dt="2026-10-08T19:20:38.590" v="1961" actId="1076"/>
          <ac:spMkLst>
            <pc:docMk/>
            <pc:sldMk cId="1619857055" sldId="259"/>
            <ac:spMk id="88" creationId="{4AD90993-DCE8-9843-C677-A3FE4E736B8A}"/>
          </ac:spMkLst>
        </pc:spChg>
        <pc:spChg chg="add mod ord">
          <ac:chgData name="Leo Jiang" userId="39f5b72eaf08a8bd" providerId="LiveId" clId="{DE176FEC-7598-42D3-8EC5-DD5E309756A4}" dt="2026-10-08T19:20:38.590" v="1961" actId="1076"/>
          <ac:spMkLst>
            <pc:docMk/>
            <pc:sldMk cId="1619857055" sldId="259"/>
            <ac:spMk id="90" creationId="{DFC00FDF-EB8E-BDB2-F3F0-6D391E40FF28}"/>
          </ac:spMkLst>
        </pc:spChg>
        <pc:spChg chg="add mod">
          <ac:chgData name="Leo Jiang" userId="39f5b72eaf08a8bd" providerId="LiveId" clId="{DE176FEC-7598-42D3-8EC5-DD5E309756A4}" dt="2026-10-08T18:50:48.383" v="1304" actId="1076"/>
          <ac:spMkLst>
            <pc:docMk/>
            <pc:sldMk cId="1619857055" sldId="259"/>
            <ac:spMk id="94" creationId="{C5EA27A6-6542-2F7D-EB00-A34046398DAF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97" creationId="{0C627361-1D40-592C-326A-3CFCB761334E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99" creationId="{CC927F02-D470-1506-6EBC-F3340D1D0726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103" creationId="{349BEF60-750E-B2B2-D856-3A3E91BCD64D}"/>
          </ac:spMkLst>
        </pc:spChg>
        <pc:spChg chg="add mod">
          <ac:chgData name="Leo Jiang" userId="39f5b72eaf08a8bd" providerId="LiveId" clId="{DE176FEC-7598-42D3-8EC5-DD5E309756A4}" dt="2026-10-08T19:21:18.717" v="1972" actId="1076"/>
          <ac:spMkLst>
            <pc:docMk/>
            <pc:sldMk cId="1619857055" sldId="259"/>
            <ac:spMk id="107" creationId="{1B957C8D-0A54-CCDE-B905-03D871199FE8}"/>
          </ac:spMkLst>
        </pc:spChg>
        <pc:spChg chg="add mod">
          <ac:chgData name="Leo Jiang" userId="39f5b72eaf08a8bd" providerId="LiveId" clId="{DE176FEC-7598-42D3-8EC5-DD5E309756A4}" dt="2026-10-08T19:21:37.857" v="1974" actId="1076"/>
          <ac:spMkLst>
            <pc:docMk/>
            <pc:sldMk cId="1619857055" sldId="259"/>
            <ac:spMk id="111" creationId="{1AF52753-24D7-053F-E7EC-B4B9CC44CCC0}"/>
          </ac:spMkLst>
        </pc:spChg>
        <pc:spChg chg="add mod">
          <ac:chgData name="Leo Jiang" userId="39f5b72eaf08a8bd" providerId="LiveId" clId="{DE176FEC-7598-42D3-8EC5-DD5E309756A4}" dt="2026-10-08T19:23:17.201" v="2016" actId="1076"/>
          <ac:spMkLst>
            <pc:docMk/>
            <pc:sldMk cId="1619857055" sldId="259"/>
            <ac:spMk id="137" creationId="{1E7A19F2-5F5C-F1A6-2797-3C12AF422EBB}"/>
          </ac:spMkLst>
        </pc:spChg>
        <pc:spChg chg="add mod">
          <ac:chgData name="Leo Jiang" userId="39f5b72eaf08a8bd" providerId="LiveId" clId="{DE176FEC-7598-42D3-8EC5-DD5E309756A4}" dt="2026-10-08T19:23:53.984" v="2032" actId="1076"/>
          <ac:spMkLst>
            <pc:docMk/>
            <pc:sldMk cId="1619857055" sldId="259"/>
            <ac:spMk id="140" creationId="{EC8471D0-A97C-45DB-8326-A5F527F5C7FF}"/>
          </ac:spMkLst>
        </pc:spChg>
        <pc:cxnChg chg="add mod">
          <ac:chgData name="Leo Jiang" userId="39f5b72eaf08a8bd" providerId="LiveId" clId="{DE176FEC-7598-42D3-8EC5-DD5E309756A4}" dt="2026-10-08T18:48:30.284" v="1245" actId="478"/>
          <ac:cxnSpMkLst>
            <pc:docMk/>
            <pc:sldMk cId="1619857055" sldId="259"/>
            <ac:cxnSpMk id="30" creationId="{A4ED10B4-4BFE-6F8C-053B-4746C796F2D9}"/>
          </ac:cxnSpMkLst>
        </pc:cxnChg>
        <pc:cxnChg chg="add mod">
          <ac:chgData name="Leo Jiang" userId="39f5b72eaf08a8bd" providerId="LiveId" clId="{DE176FEC-7598-42D3-8EC5-DD5E309756A4}" dt="2026-10-08T18:43:52.186" v="1165" actId="1076"/>
          <ac:cxnSpMkLst>
            <pc:docMk/>
            <pc:sldMk cId="1619857055" sldId="259"/>
            <ac:cxnSpMk id="31" creationId="{845E41B7-69AC-25D7-5051-C16AF6A67EB5}"/>
          </ac:cxnSpMkLst>
        </pc:cxnChg>
        <pc:cxnChg chg="add mod">
          <ac:chgData name="Leo Jiang" userId="39f5b72eaf08a8bd" providerId="LiveId" clId="{DE176FEC-7598-42D3-8EC5-DD5E309756A4}" dt="2026-10-08T18:46:40.907" v="1192" actId="478"/>
          <ac:cxnSpMkLst>
            <pc:docMk/>
            <pc:sldMk cId="1619857055" sldId="259"/>
            <ac:cxnSpMk id="35" creationId="{0F5FC5D4-DCC4-61C7-63A2-7FF266266828}"/>
          </ac:cxnSpMkLst>
        </pc:cxnChg>
        <pc:cxnChg chg="add mod">
          <ac:chgData name="Leo Jiang" userId="39f5b72eaf08a8bd" providerId="LiveId" clId="{DE176FEC-7598-42D3-8EC5-DD5E309756A4}" dt="2026-10-08T18:46:45.625" v="1193" actId="1076"/>
          <ac:cxnSpMkLst>
            <pc:docMk/>
            <pc:sldMk cId="1619857055" sldId="259"/>
            <ac:cxnSpMk id="46" creationId="{F35A7CD6-F11E-E288-891D-8BFE99D2F992}"/>
          </ac:cxnSpMkLst>
        </pc:cxnChg>
        <pc:cxnChg chg="add mod">
          <ac:chgData name="Leo Jiang" userId="39f5b72eaf08a8bd" providerId="LiveId" clId="{DE176FEC-7598-42D3-8EC5-DD5E309756A4}" dt="2026-10-08T18:46:45.625" v="1193" actId="1076"/>
          <ac:cxnSpMkLst>
            <pc:docMk/>
            <pc:sldMk cId="1619857055" sldId="259"/>
            <ac:cxnSpMk id="50" creationId="{EE1D3D21-126C-D778-43E9-F5812FD13068}"/>
          </ac:cxnSpMkLst>
        </pc:cxnChg>
        <pc:cxnChg chg="add mod">
          <ac:chgData name="Leo Jiang" userId="39f5b72eaf08a8bd" providerId="LiveId" clId="{DE176FEC-7598-42D3-8EC5-DD5E309756A4}" dt="2026-10-08T18:46:45.625" v="1193" actId="1076"/>
          <ac:cxnSpMkLst>
            <pc:docMk/>
            <pc:sldMk cId="1619857055" sldId="259"/>
            <ac:cxnSpMk id="58" creationId="{1EC40789-7600-B955-2245-01B61DB9427A}"/>
          </ac:cxnSpMkLst>
        </pc:cxnChg>
        <pc:cxnChg chg="add mod">
          <ac:chgData name="Leo Jiang" userId="39f5b72eaf08a8bd" providerId="LiveId" clId="{DE176FEC-7598-42D3-8EC5-DD5E309756A4}" dt="2026-10-08T18:46:45.625" v="1193" actId="1076"/>
          <ac:cxnSpMkLst>
            <pc:docMk/>
            <pc:sldMk cId="1619857055" sldId="259"/>
            <ac:cxnSpMk id="60" creationId="{0931CB80-A4EA-3613-7D07-09737AB77908}"/>
          </ac:cxnSpMkLst>
        </pc:cxnChg>
        <pc:cxnChg chg="add mod">
          <ac:chgData name="Leo Jiang" userId="39f5b72eaf08a8bd" providerId="LiveId" clId="{DE176FEC-7598-42D3-8EC5-DD5E309756A4}" dt="2026-10-08T18:46:45.625" v="1193" actId="1076"/>
          <ac:cxnSpMkLst>
            <pc:docMk/>
            <pc:sldMk cId="1619857055" sldId="259"/>
            <ac:cxnSpMk id="64" creationId="{60C4270E-F7F9-B70D-BB68-DF14301E4D70}"/>
          </ac:cxnSpMkLst>
        </pc:cxnChg>
        <pc:cxnChg chg="add mod">
          <ac:chgData name="Leo Jiang" userId="39f5b72eaf08a8bd" providerId="LiveId" clId="{DE176FEC-7598-42D3-8EC5-DD5E309756A4}" dt="2026-10-08T18:47:41.978" v="1240" actId="14100"/>
          <ac:cxnSpMkLst>
            <pc:docMk/>
            <pc:sldMk cId="1619857055" sldId="259"/>
            <ac:cxnSpMk id="68" creationId="{5D44F823-B434-B500-0DAC-25E688417C7B}"/>
          </ac:cxnSpMkLst>
        </pc:cxnChg>
        <pc:cxnChg chg="add">
          <ac:chgData name="Leo Jiang" userId="39f5b72eaf08a8bd" providerId="LiveId" clId="{DE176FEC-7598-42D3-8EC5-DD5E309756A4}" dt="2026-10-08T18:47:52.463" v="1241" actId="11529"/>
          <ac:cxnSpMkLst>
            <pc:docMk/>
            <pc:sldMk cId="1619857055" sldId="259"/>
            <ac:cxnSpMk id="74" creationId="{D424627C-CCE1-E44E-358B-F22BD80C0440}"/>
          </ac:cxnSpMkLst>
        </pc:cxnChg>
        <pc:cxnChg chg="add">
          <ac:chgData name="Leo Jiang" userId="39f5b72eaf08a8bd" providerId="LiveId" clId="{DE176FEC-7598-42D3-8EC5-DD5E309756A4}" dt="2026-10-08T18:48:09.813" v="1243" actId="11529"/>
          <ac:cxnSpMkLst>
            <pc:docMk/>
            <pc:sldMk cId="1619857055" sldId="259"/>
            <ac:cxnSpMk id="78" creationId="{467B2508-FBD3-736E-AB25-880D2F3C7126}"/>
          </ac:cxnSpMkLst>
        </pc:cxnChg>
        <pc:cxnChg chg="add">
          <ac:chgData name="Leo Jiang" userId="39f5b72eaf08a8bd" providerId="LiveId" clId="{DE176FEC-7598-42D3-8EC5-DD5E309756A4}" dt="2026-10-08T18:48:14.136" v="1244" actId="11529"/>
          <ac:cxnSpMkLst>
            <pc:docMk/>
            <pc:sldMk cId="1619857055" sldId="259"/>
            <ac:cxnSpMk id="82" creationId="{F7C5F7D0-1052-231D-93D6-90AE8E2BF3A1}"/>
          </ac:cxnSpMkLst>
        </pc:cxnChg>
        <pc:cxnChg chg="add mod">
          <ac:chgData name="Leo Jiang" userId="39f5b72eaf08a8bd" providerId="LiveId" clId="{DE176FEC-7598-42D3-8EC5-DD5E309756A4}" dt="2026-10-08T19:23:19.571" v="2017" actId="14100"/>
          <ac:cxnSpMkLst>
            <pc:docMk/>
            <pc:sldMk cId="1619857055" sldId="259"/>
            <ac:cxnSpMk id="114" creationId="{B9DBA608-CC87-4ACB-3F3A-8C9A6722F17A}"/>
          </ac:cxnSpMkLst>
        </pc:cxnChg>
        <pc:cxnChg chg="add">
          <ac:chgData name="Leo Jiang" userId="39f5b72eaf08a8bd" providerId="LiveId" clId="{DE176FEC-7598-42D3-8EC5-DD5E309756A4}" dt="2026-10-08T19:22:20.366" v="1977" actId="11529"/>
          <ac:cxnSpMkLst>
            <pc:docMk/>
            <pc:sldMk cId="1619857055" sldId="259"/>
            <ac:cxnSpMk id="122" creationId="{5C4F14F3-9706-E920-3DFA-2496151ABE85}"/>
          </ac:cxnSpMkLst>
        </pc:cxnChg>
        <pc:cxnChg chg="add">
          <ac:chgData name="Leo Jiang" userId="39f5b72eaf08a8bd" providerId="LiveId" clId="{DE176FEC-7598-42D3-8EC5-DD5E309756A4}" dt="2026-10-08T19:22:28.156" v="1978" actId="11529"/>
          <ac:cxnSpMkLst>
            <pc:docMk/>
            <pc:sldMk cId="1619857055" sldId="259"/>
            <ac:cxnSpMk id="127" creationId="{B4BFFD48-4073-2C9D-6593-BDA6068E051E}"/>
          </ac:cxnSpMkLst>
        </pc:cxnChg>
        <pc:cxnChg chg="add mod">
          <ac:chgData name="Leo Jiang" userId="39f5b72eaf08a8bd" providerId="LiveId" clId="{DE176FEC-7598-42D3-8EC5-DD5E309756A4}" dt="2026-10-08T19:22:54.097" v="1980" actId="14100"/>
          <ac:cxnSpMkLst>
            <pc:docMk/>
            <pc:sldMk cId="1619857055" sldId="259"/>
            <ac:cxnSpMk id="131" creationId="{ADFB7DD3-A1A0-5129-B0A0-CF240449E8AF}"/>
          </ac:cxnSpMkLst>
        </pc:cxnChg>
      </pc:sldChg>
      <pc:sldChg chg="addSp delSp modSp add mod">
        <pc:chgData name="Leo Jiang" userId="39f5b72eaf08a8bd" providerId="LiveId" clId="{DE176FEC-7598-42D3-8EC5-DD5E309756A4}" dt="2026-10-08T19:16:21.417" v="1959" actId="20577"/>
        <pc:sldMkLst>
          <pc:docMk/>
          <pc:sldMk cId="1302833704" sldId="260"/>
        </pc:sldMkLst>
        <pc:spChg chg="add mod">
          <ac:chgData name="Leo Jiang" userId="39f5b72eaf08a8bd" providerId="LiveId" clId="{DE176FEC-7598-42D3-8EC5-DD5E309756A4}" dt="2026-10-08T18:56:57.720" v="1573" actId="1076"/>
          <ac:spMkLst>
            <pc:docMk/>
            <pc:sldMk cId="1302833704" sldId="260"/>
            <ac:spMk id="2" creationId="{97D5066A-7608-4F25-D2DE-7006FD27885B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5" creationId="{23407126-3580-E3FD-FB35-C2223A98C6F1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7" creationId="{DBCB67B5-9417-4B33-C94C-25BD12253559}"/>
          </ac:spMkLst>
        </pc:spChg>
        <pc:spChg chg="add mod">
          <ac:chgData name="Leo Jiang" userId="39f5b72eaf08a8bd" providerId="LiveId" clId="{DE176FEC-7598-42D3-8EC5-DD5E309756A4}" dt="2026-10-08T18:56:57.720" v="1573" actId="1076"/>
          <ac:spMkLst>
            <pc:docMk/>
            <pc:sldMk cId="1302833704" sldId="260"/>
            <ac:spMk id="9" creationId="{0194F342-C064-49E2-3C08-0A888C6414A0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11" creationId="{69AA5E30-B2BC-188C-698F-C1747F48E65E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13" creationId="{5A596DED-F02C-FDD5-C040-E260ED34C595}"/>
          </ac:spMkLst>
        </pc:spChg>
        <pc:spChg chg="add mod">
          <ac:chgData name="Leo Jiang" userId="39f5b72eaf08a8bd" providerId="LiveId" clId="{DE176FEC-7598-42D3-8EC5-DD5E309756A4}" dt="2026-10-08T19:16:21.417" v="1959" actId="20577"/>
          <ac:spMkLst>
            <pc:docMk/>
            <pc:sldMk cId="1302833704" sldId="260"/>
            <ac:spMk id="27" creationId="{2F3CCB40-D09E-654B-BB0D-A771FCDE8EFD}"/>
          </ac:spMkLst>
        </pc:spChg>
        <pc:spChg chg="add mod">
          <ac:chgData name="Leo Jiang" userId="39f5b72eaf08a8bd" providerId="LiveId" clId="{DE176FEC-7598-42D3-8EC5-DD5E309756A4}" dt="2026-10-08T19:01:52.442" v="1770" actId="1076"/>
          <ac:spMkLst>
            <pc:docMk/>
            <pc:sldMk cId="1302833704" sldId="260"/>
            <ac:spMk id="33" creationId="{49D36B3A-2FC5-71BE-B60C-A631AC063019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35" creationId="{9AB2576F-623F-CC0C-FA8D-017495132AFF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40" creationId="{E51861CE-EA57-F844-7216-EE6340DDE792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42" creationId="{AFAF12C6-4D1F-BA31-4B10-B4A22081DE69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47" creationId="{D135C1B5-DA0B-640D-99A7-948353E06B50}"/>
          </ac:spMkLst>
        </pc:spChg>
        <pc:spChg chg="mod">
          <ac:chgData name="Leo Jiang" userId="39f5b72eaf08a8bd" providerId="LiveId" clId="{DE176FEC-7598-42D3-8EC5-DD5E309756A4}" dt="2026-10-08T18:33:34.254" v="762" actId="20577"/>
          <ac:spMkLst>
            <pc:docMk/>
            <pc:sldMk cId="1302833704" sldId="260"/>
            <ac:spMk id="51" creationId="{F4CCA252-3402-B661-544F-A32533109026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76" creationId="{27B029B2-8EB2-B378-D05B-4DF9BAB46FDF}"/>
          </ac:spMkLst>
        </pc:spChg>
        <pc:spChg chg="add mod">
          <ac:chgData name="Leo Jiang" userId="39f5b72eaf08a8bd" providerId="LiveId" clId="{DE176FEC-7598-42D3-8EC5-DD5E309756A4}" dt="2026-10-08T19:02:30.377" v="1819" actId="1076"/>
          <ac:spMkLst>
            <pc:docMk/>
            <pc:sldMk cId="1302833704" sldId="260"/>
            <ac:spMk id="80" creationId="{62C339C4-2031-18CE-762D-9B71993CDD9E}"/>
          </ac:spMkLst>
        </pc:spChg>
        <pc:spChg chg="add">
          <ac:chgData name="Leo Jiang" userId="39f5b72eaf08a8bd" providerId="LiveId" clId="{DE176FEC-7598-42D3-8EC5-DD5E309756A4}" dt="2026-10-08T19:02:19.591" v="1803" actId="22"/>
          <ac:spMkLst>
            <pc:docMk/>
            <pc:sldMk cId="1302833704" sldId="260"/>
            <ac:spMk id="84" creationId="{E8AFDF5A-742D-8AC9-AA66-7D17190D2967}"/>
          </ac:spMkLst>
        </pc:spChg>
        <pc:spChg chg="add mod">
          <ac:chgData name="Leo Jiang" userId="39f5b72eaf08a8bd" providerId="LiveId" clId="{DE176FEC-7598-42D3-8EC5-DD5E309756A4}" dt="2026-10-08T19:03:18.404" v="1858" actId="1076"/>
          <ac:spMkLst>
            <pc:docMk/>
            <pc:sldMk cId="1302833704" sldId="260"/>
            <ac:spMk id="88" creationId="{22AC6C88-39B3-A895-09FD-E46A7EE572CF}"/>
          </ac:spMkLst>
        </pc:spChg>
        <pc:spChg chg="add mod">
          <ac:chgData name="Leo Jiang" userId="39f5b72eaf08a8bd" providerId="LiveId" clId="{DE176FEC-7598-42D3-8EC5-DD5E309756A4}" dt="2026-10-08T19:03:32.432" v="1898" actId="20577"/>
          <ac:spMkLst>
            <pc:docMk/>
            <pc:sldMk cId="1302833704" sldId="260"/>
            <ac:spMk id="94" creationId="{8E5FCDA9-C22A-E612-28DA-13C26B78AB2D}"/>
          </ac:spMkLst>
        </pc:spChg>
        <pc:spChg chg="add mod">
          <ac:chgData name="Leo Jiang" userId="39f5b72eaf08a8bd" providerId="LiveId" clId="{DE176FEC-7598-42D3-8EC5-DD5E309756A4}" dt="2026-10-08T19:14:15.722" v="1950" actId="20577"/>
          <ac:spMkLst>
            <pc:docMk/>
            <pc:sldMk cId="1302833704" sldId="260"/>
            <ac:spMk id="97" creationId="{3CF639F5-7FEE-E349-BFFB-E7F9C525F174}"/>
          </ac:spMkLst>
        </pc:spChg>
        <pc:cxnChg chg="add mod">
          <ac:chgData name="Leo Jiang" userId="39f5b72eaf08a8bd" providerId="LiveId" clId="{DE176FEC-7598-42D3-8EC5-DD5E309756A4}" dt="2026-10-08T18:57:05.279" v="1576" actId="14100"/>
          <ac:cxnSpMkLst>
            <pc:docMk/>
            <pc:sldMk cId="1302833704" sldId="260"/>
            <ac:cxnSpMk id="15" creationId="{BA6C25A5-3049-6EED-2B44-8800B947026D}"/>
          </ac:cxnSpMkLst>
        </pc:cxnChg>
        <pc:cxnChg chg="add mod">
          <ac:chgData name="Leo Jiang" userId="39f5b72eaf08a8bd" providerId="LiveId" clId="{DE176FEC-7598-42D3-8EC5-DD5E309756A4}" dt="2026-10-08T19:00:33.309" v="1732" actId="14100"/>
          <ac:cxnSpMkLst>
            <pc:docMk/>
            <pc:sldMk cId="1302833704" sldId="260"/>
            <ac:cxnSpMk id="19" creationId="{7E1743AB-4CF9-F246-E00C-D1306293171C}"/>
          </ac:cxnSpMkLst>
        </pc:cxnChg>
        <pc:cxnChg chg="add mod">
          <ac:chgData name="Leo Jiang" userId="39f5b72eaf08a8bd" providerId="LiveId" clId="{DE176FEC-7598-42D3-8EC5-DD5E309756A4}" dt="2026-10-08T18:57:11.553" v="1579" actId="14100"/>
          <ac:cxnSpMkLst>
            <pc:docMk/>
            <pc:sldMk cId="1302833704" sldId="260"/>
            <ac:cxnSpMk id="22" creationId="{97E65D30-79F6-55F9-CEAF-416629BDD78F}"/>
          </ac:cxnSpMkLst>
        </pc:cxnChg>
        <pc:cxnChg chg="add">
          <ac:chgData name="Leo Jiang" userId="39f5b72eaf08a8bd" providerId="LiveId" clId="{DE176FEC-7598-42D3-8EC5-DD5E309756A4}" dt="2026-10-08T18:56:07.065" v="1512" actId="11529"/>
          <ac:cxnSpMkLst>
            <pc:docMk/>
            <pc:sldMk cId="1302833704" sldId="260"/>
            <ac:cxnSpMk id="24" creationId="{EC1E6601-91AA-0815-2625-8B6DB001DCF9}"/>
          </ac:cxnSpMkLst>
        </pc:cxnChg>
        <pc:cxnChg chg="add">
          <ac:chgData name="Leo Jiang" userId="39f5b72eaf08a8bd" providerId="LiveId" clId="{DE176FEC-7598-42D3-8EC5-DD5E309756A4}" dt="2026-10-08T18:56:10.223" v="1513" actId="11529"/>
          <ac:cxnSpMkLst>
            <pc:docMk/>
            <pc:sldMk cId="1302833704" sldId="260"/>
            <ac:cxnSpMk id="26" creationId="{843CC4D8-1802-CEC0-BD12-E0A18F0AA914}"/>
          </ac:cxnSpMkLst>
        </pc:cxnChg>
        <pc:cxnChg chg="add">
          <ac:chgData name="Leo Jiang" userId="39f5b72eaf08a8bd" providerId="LiveId" clId="{DE176FEC-7598-42D3-8EC5-DD5E309756A4}" dt="2026-10-08T18:59:11.223" v="1700" actId="11529"/>
          <ac:cxnSpMkLst>
            <pc:docMk/>
            <pc:sldMk cId="1302833704" sldId="260"/>
            <ac:cxnSpMk id="45" creationId="{2371247A-9B68-A8AE-9193-F9145D623A74}"/>
          </ac:cxnSpMkLst>
        </pc:cxnChg>
        <pc:cxnChg chg="add mod">
          <ac:chgData name="Leo Jiang" userId="39f5b72eaf08a8bd" providerId="LiveId" clId="{DE176FEC-7598-42D3-8EC5-DD5E309756A4}" dt="2026-10-08T19:00:29.985" v="1731" actId="14100"/>
          <ac:cxnSpMkLst>
            <pc:docMk/>
            <pc:sldMk cId="1302833704" sldId="260"/>
            <ac:cxnSpMk id="56" creationId="{9DDC8880-E8E2-6BCE-B890-7FA2A83ABA03}"/>
          </ac:cxnSpMkLst>
        </pc:cxnChg>
        <pc:cxnChg chg="add">
          <ac:chgData name="Leo Jiang" userId="39f5b72eaf08a8bd" providerId="LiveId" clId="{DE176FEC-7598-42D3-8EC5-DD5E309756A4}" dt="2026-10-08T19:00:42.754" v="1734" actId="11529"/>
          <ac:cxnSpMkLst>
            <pc:docMk/>
            <pc:sldMk cId="1302833704" sldId="260"/>
            <ac:cxnSpMk id="62" creationId="{1D29669A-3BF3-0877-B3B4-42B9E1B03D02}"/>
          </ac:cxnSpMkLst>
        </pc:cxnChg>
        <pc:cxnChg chg="add">
          <ac:chgData name="Leo Jiang" userId="39f5b72eaf08a8bd" providerId="LiveId" clId="{DE176FEC-7598-42D3-8EC5-DD5E309756A4}" dt="2026-10-08T19:00:47.582" v="1735" actId="11529"/>
          <ac:cxnSpMkLst>
            <pc:docMk/>
            <pc:sldMk cId="1302833704" sldId="260"/>
            <ac:cxnSpMk id="66" creationId="{F5A872E5-5A2C-A764-B0B8-AFD552BF6070}"/>
          </ac:cxnSpMkLst>
        </pc:cxnChg>
        <pc:cxnChg chg="add">
          <ac:chgData name="Leo Jiang" userId="39f5b72eaf08a8bd" providerId="LiveId" clId="{DE176FEC-7598-42D3-8EC5-DD5E309756A4}" dt="2026-10-08T19:00:52.807" v="1736" actId="11529"/>
          <ac:cxnSpMkLst>
            <pc:docMk/>
            <pc:sldMk cId="1302833704" sldId="260"/>
            <ac:cxnSpMk id="68" creationId="{56404A68-FA8A-9D6D-591E-565866D553B9}"/>
          </ac:cxnSpMkLst>
        </pc:cxnChg>
        <pc:cxnChg chg="add">
          <ac:chgData name="Leo Jiang" userId="39f5b72eaf08a8bd" providerId="LiveId" clId="{DE176FEC-7598-42D3-8EC5-DD5E309756A4}" dt="2026-10-08T19:01:00.214" v="1737" actId="11529"/>
          <ac:cxnSpMkLst>
            <pc:docMk/>
            <pc:sldMk cId="1302833704" sldId="260"/>
            <ac:cxnSpMk id="72" creationId="{9174E1E1-DB04-F138-7966-65930AC9904A}"/>
          </ac:cxnSpMkLst>
        </pc:cxnChg>
        <pc:cxnChg chg="add mod">
          <ac:chgData name="Leo Jiang" userId="39f5b72eaf08a8bd" providerId="LiveId" clId="{DE176FEC-7598-42D3-8EC5-DD5E309756A4}" dt="2026-10-08T19:03:10.044" v="1857" actId="14100"/>
          <ac:cxnSpMkLst>
            <pc:docMk/>
            <pc:sldMk cId="1302833704" sldId="260"/>
            <ac:cxnSpMk id="90" creationId="{AEA65684-1423-97DD-EE98-C0056B7A92C9}"/>
          </ac:cxnSpMkLst>
        </pc:cxnChg>
      </pc:sldChg>
      <pc:sldChg chg="addSp delSp modSp add mod">
        <pc:chgData name="Leo Jiang" userId="39f5b72eaf08a8bd" providerId="LiveId" clId="{DE176FEC-7598-42D3-8EC5-DD5E309756A4}" dt="2026-10-18T19:48:28.097" v="2543" actId="1076"/>
        <pc:sldMkLst>
          <pc:docMk/>
          <pc:sldMk cId="1687516225" sldId="261"/>
        </pc:sldMkLst>
        <pc:spChg chg="add mod">
          <ac:chgData name="Leo Jiang" userId="39f5b72eaf08a8bd" providerId="LiveId" clId="{DE176FEC-7598-42D3-8EC5-DD5E309756A4}" dt="2026-10-18T16:58:20.600" v="2385" actId="1076"/>
          <ac:spMkLst>
            <pc:docMk/>
            <pc:sldMk cId="1687516225" sldId="261"/>
            <ac:spMk id="2" creationId="{30AB22E1-EA1C-B575-777F-694116D03431}"/>
          </ac:spMkLst>
        </pc:spChg>
        <pc:spChg chg="add mod">
          <ac:chgData name="Leo Jiang" userId="39f5b72eaf08a8bd" providerId="LiveId" clId="{DE176FEC-7598-42D3-8EC5-DD5E309756A4}" dt="2026-10-18T16:58:20.600" v="2385" actId="1076"/>
          <ac:spMkLst>
            <pc:docMk/>
            <pc:sldMk cId="1687516225" sldId="261"/>
            <ac:spMk id="5" creationId="{B9824AAE-86A4-CFF4-CFA8-38F56E0AFA56}"/>
          </ac:spMkLst>
        </pc:spChg>
        <pc:spChg chg="add mod">
          <ac:chgData name="Leo Jiang" userId="39f5b72eaf08a8bd" providerId="LiveId" clId="{DE176FEC-7598-42D3-8EC5-DD5E309756A4}" dt="2026-10-18T16:58:20.600" v="2385" actId="1076"/>
          <ac:spMkLst>
            <pc:docMk/>
            <pc:sldMk cId="1687516225" sldId="261"/>
            <ac:spMk id="6" creationId="{3764A0E2-B51C-614B-3ECC-922720C33BB8}"/>
          </ac:spMkLst>
        </pc:spChg>
        <pc:spChg chg="add mod">
          <ac:chgData name="Leo Jiang" userId="39f5b72eaf08a8bd" providerId="LiveId" clId="{DE176FEC-7598-42D3-8EC5-DD5E309756A4}" dt="2026-10-18T16:58:48.636" v="2389" actId="1076"/>
          <ac:spMkLst>
            <pc:docMk/>
            <pc:sldMk cId="1687516225" sldId="261"/>
            <ac:spMk id="11" creationId="{965A90C0-F780-A78A-9CCB-5C212CC4983E}"/>
          </ac:spMkLst>
        </pc:spChg>
        <pc:spChg chg="add mod">
          <ac:chgData name="Leo Jiang" userId="39f5b72eaf08a8bd" providerId="LiveId" clId="{DE176FEC-7598-42D3-8EC5-DD5E309756A4}" dt="2026-10-18T16:58:48.636" v="2389" actId="1076"/>
          <ac:spMkLst>
            <pc:docMk/>
            <pc:sldMk cId="1687516225" sldId="261"/>
            <ac:spMk id="20" creationId="{F41185E6-386B-BA5F-1C60-8AA33B1B7E07}"/>
          </ac:spMkLst>
        </pc:spChg>
        <pc:spChg chg="add mod">
          <ac:chgData name="Leo Jiang" userId="39f5b72eaf08a8bd" providerId="LiveId" clId="{DE176FEC-7598-42D3-8EC5-DD5E309756A4}" dt="2026-10-18T16:58:48.636" v="2389" actId="1076"/>
          <ac:spMkLst>
            <pc:docMk/>
            <pc:sldMk cId="1687516225" sldId="261"/>
            <ac:spMk id="25" creationId="{3A4E3F83-F12A-4418-E66A-8F68A44C646D}"/>
          </ac:spMkLst>
        </pc:spChg>
        <pc:spChg chg="add del mod">
          <ac:chgData name="Leo Jiang" userId="39f5b72eaf08a8bd" providerId="LiveId" clId="{DE176FEC-7598-42D3-8EC5-DD5E309756A4}" dt="2026-10-18T16:54:41.811" v="2327" actId="478"/>
          <ac:spMkLst>
            <pc:docMk/>
            <pc:sldMk cId="1687516225" sldId="261"/>
            <ac:spMk id="28" creationId="{279D1444-DF88-1C17-D634-EAF8044B4A42}"/>
          </ac:spMkLst>
        </pc:spChg>
        <pc:spChg chg="add mod">
          <ac:chgData name="Leo Jiang" userId="39f5b72eaf08a8bd" providerId="LiveId" clId="{DE176FEC-7598-42D3-8EC5-DD5E309756A4}" dt="2026-10-18T16:58:15.872" v="2384" actId="1076"/>
          <ac:spMkLst>
            <pc:docMk/>
            <pc:sldMk cId="1687516225" sldId="261"/>
            <ac:spMk id="30" creationId="{2D727DEC-7884-F0C2-2418-868FD884EB49}"/>
          </ac:spMkLst>
        </pc:spChg>
        <pc:spChg chg="add mod">
          <ac:chgData name="Leo Jiang" userId="39f5b72eaf08a8bd" providerId="LiveId" clId="{DE176FEC-7598-42D3-8EC5-DD5E309756A4}" dt="2026-10-18T16:58:15.872" v="2384" actId="1076"/>
          <ac:spMkLst>
            <pc:docMk/>
            <pc:sldMk cId="1687516225" sldId="261"/>
            <ac:spMk id="36" creationId="{B4600537-5AFF-5990-C787-6C6BD23CDF0B}"/>
          </ac:spMkLst>
        </pc:spChg>
        <pc:spChg chg="add mod">
          <ac:chgData name="Leo Jiang" userId="39f5b72eaf08a8bd" providerId="LiveId" clId="{DE176FEC-7598-42D3-8EC5-DD5E309756A4}" dt="2026-10-18T19:25:41.635" v="2473" actId="1076"/>
          <ac:spMkLst>
            <pc:docMk/>
            <pc:sldMk cId="1687516225" sldId="261"/>
            <ac:spMk id="37" creationId="{6021A97B-E2BD-6CDE-73AB-07D60F3F2D36}"/>
          </ac:spMkLst>
        </pc:spChg>
        <pc:spChg chg="add mod">
          <ac:chgData name="Leo Jiang" userId="39f5b72eaf08a8bd" providerId="LiveId" clId="{DE176FEC-7598-42D3-8EC5-DD5E309756A4}" dt="2026-10-18T16:57:35.244" v="2376" actId="1076"/>
          <ac:spMkLst>
            <pc:docMk/>
            <pc:sldMk cId="1687516225" sldId="261"/>
            <ac:spMk id="38" creationId="{3E8A5FFF-9F5D-56EC-6018-2B2F33F5269E}"/>
          </ac:spMkLst>
        </pc:spChg>
        <pc:spChg chg="add mod">
          <ac:chgData name="Leo Jiang" userId="39f5b72eaf08a8bd" providerId="LiveId" clId="{DE176FEC-7598-42D3-8EC5-DD5E309756A4}" dt="2026-10-18T16:57:35.244" v="2376" actId="1076"/>
          <ac:spMkLst>
            <pc:docMk/>
            <pc:sldMk cId="1687516225" sldId="261"/>
            <ac:spMk id="40" creationId="{18A5FD92-5F55-2FB8-4897-43FC53EF4542}"/>
          </ac:spMkLst>
        </pc:spChg>
        <pc:spChg chg="add mod">
          <ac:chgData name="Leo Jiang" userId="39f5b72eaf08a8bd" providerId="LiveId" clId="{DE176FEC-7598-42D3-8EC5-DD5E309756A4}" dt="2026-10-18T16:57:35.244" v="2376" actId="1076"/>
          <ac:spMkLst>
            <pc:docMk/>
            <pc:sldMk cId="1687516225" sldId="261"/>
            <ac:spMk id="45" creationId="{8AF05F8E-8995-D216-F5AB-3768E40F809B}"/>
          </ac:spMkLst>
        </pc:spChg>
        <pc:spChg chg="add mod">
          <ac:chgData name="Leo Jiang" userId="39f5b72eaf08a8bd" providerId="LiveId" clId="{DE176FEC-7598-42D3-8EC5-DD5E309756A4}" dt="2026-10-18T16:57:38.775" v="2377" actId="1076"/>
          <ac:spMkLst>
            <pc:docMk/>
            <pc:sldMk cId="1687516225" sldId="261"/>
            <ac:spMk id="47" creationId="{FBA9FF6D-C3A8-AE91-2D64-8D338DA0868C}"/>
          </ac:spMkLst>
        </pc:spChg>
        <pc:spChg chg="add mod">
          <ac:chgData name="Leo Jiang" userId="39f5b72eaf08a8bd" providerId="LiveId" clId="{DE176FEC-7598-42D3-8EC5-DD5E309756A4}" dt="2026-10-18T16:58:15.872" v="2384" actId="1076"/>
          <ac:spMkLst>
            <pc:docMk/>
            <pc:sldMk cId="1687516225" sldId="261"/>
            <ac:spMk id="50" creationId="{72A23358-AD98-2465-4C0F-A90BADC0F0BB}"/>
          </ac:spMkLst>
        </pc:spChg>
        <pc:spChg chg="add mod">
          <ac:chgData name="Leo Jiang" userId="39f5b72eaf08a8bd" providerId="LiveId" clId="{DE176FEC-7598-42D3-8EC5-DD5E309756A4}" dt="2026-10-18T16:56:51.282" v="2374" actId="1076"/>
          <ac:spMkLst>
            <pc:docMk/>
            <pc:sldMk cId="1687516225" sldId="261"/>
            <ac:spMk id="54" creationId="{BAEB962B-D557-B666-C787-6DB72175DAA6}"/>
          </ac:spMkLst>
        </pc:spChg>
        <pc:spChg chg="add mod">
          <ac:chgData name="Leo Jiang" userId="39f5b72eaf08a8bd" providerId="LiveId" clId="{DE176FEC-7598-42D3-8EC5-DD5E309756A4}" dt="2026-10-18T16:56:51.282" v="2374" actId="1076"/>
          <ac:spMkLst>
            <pc:docMk/>
            <pc:sldMk cId="1687516225" sldId="261"/>
            <ac:spMk id="60" creationId="{5BAF711E-FFC0-9794-F792-D4A1E6966FCC}"/>
          </ac:spMkLst>
        </pc:spChg>
        <pc:spChg chg="add del mod">
          <ac:chgData name="Leo Jiang" userId="39f5b72eaf08a8bd" providerId="LiveId" clId="{DE176FEC-7598-42D3-8EC5-DD5E309756A4}" dt="2026-10-18T16:56:47.763" v="2373" actId="478"/>
          <ac:spMkLst>
            <pc:docMk/>
            <pc:sldMk cId="1687516225" sldId="261"/>
            <ac:spMk id="61" creationId="{0C82D5A7-C92D-894A-3847-6CAE8F17C5BD}"/>
          </ac:spMkLst>
        </pc:spChg>
        <pc:spChg chg="add mod">
          <ac:chgData name="Leo Jiang" userId="39f5b72eaf08a8bd" providerId="LiveId" clId="{DE176FEC-7598-42D3-8EC5-DD5E309756A4}" dt="2026-10-18T16:56:51.282" v="2374" actId="1076"/>
          <ac:spMkLst>
            <pc:docMk/>
            <pc:sldMk cId="1687516225" sldId="261"/>
            <ac:spMk id="62" creationId="{D36BE24F-B2C0-CB76-92C9-2F916F61C0BC}"/>
          </ac:spMkLst>
        </pc:spChg>
        <pc:spChg chg="add mod">
          <ac:chgData name="Leo Jiang" userId="39f5b72eaf08a8bd" providerId="LiveId" clId="{DE176FEC-7598-42D3-8EC5-DD5E309756A4}" dt="2026-10-18T16:58:32.411" v="2387" actId="1076"/>
          <ac:spMkLst>
            <pc:docMk/>
            <pc:sldMk cId="1687516225" sldId="261"/>
            <ac:spMk id="64" creationId="{DF0F6EB9-872C-8F84-0864-2A987006099D}"/>
          </ac:spMkLst>
        </pc:spChg>
        <pc:spChg chg="mod">
          <ac:chgData name="Leo Jiang" userId="39f5b72eaf08a8bd" providerId="LiveId" clId="{DE176FEC-7598-42D3-8EC5-DD5E309756A4}" dt="2026-10-18T19:48:28.097" v="2543" actId="1076"/>
          <ac:spMkLst>
            <pc:docMk/>
            <pc:sldMk cId="1687516225" sldId="261"/>
            <ac:spMk id="69" creationId="{DCFFBB14-2C5F-E949-37AB-1A72633E9BFB}"/>
          </ac:spMkLst>
        </pc:spChg>
        <pc:spChg chg="add mod">
          <ac:chgData name="Leo Jiang" userId="39f5b72eaf08a8bd" providerId="LiveId" clId="{DE176FEC-7598-42D3-8EC5-DD5E309756A4}" dt="2026-10-18T16:58:32.411" v="2387" actId="1076"/>
          <ac:spMkLst>
            <pc:docMk/>
            <pc:sldMk cId="1687516225" sldId="261"/>
            <ac:spMk id="76" creationId="{822F5323-498A-105E-0C3A-2D000BC67C18}"/>
          </ac:spMkLst>
        </pc:spChg>
        <pc:spChg chg="add del mod">
          <ac:chgData name="Leo Jiang" userId="39f5b72eaf08a8bd" providerId="LiveId" clId="{DE176FEC-7598-42D3-8EC5-DD5E309756A4}" dt="2026-10-18T16:56:26.386" v="2369" actId="478"/>
          <ac:spMkLst>
            <pc:docMk/>
            <pc:sldMk cId="1687516225" sldId="261"/>
            <ac:spMk id="80" creationId="{7716BA34-3E21-A534-0FC1-6E0A1D8E749C}"/>
          </ac:spMkLst>
        </pc:spChg>
        <pc:spChg chg="add mod">
          <ac:chgData name="Leo Jiang" userId="39f5b72eaf08a8bd" providerId="LiveId" clId="{DE176FEC-7598-42D3-8EC5-DD5E309756A4}" dt="2026-10-18T19:24:47.106" v="2462" actId="207"/>
          <ac:spMkLst>
            <pc:docMk/>
            <pc:sldMk cId="1687516225" sldId="261"/>
            <ac:spMk id="82" creationId="{AC6131BB-ED01-0103-5188-0B53974E75F6}"/>
          </ac:spMkLst>
        </pc:spChg>
        <pc:spChg chg="add mod">
          <ac:chgData name="Leo Jiang" userId="39f5b72eaf08a8bd" providerId="LiveId" clId="{DE176FEC-7598-42D3-8EC5-DD5E309756A4}" dt="2026-10-18T16:58:32.411" v="2387" actId="1076"/>
          <ac:spMkLst>
            <pc:docMk/>
            <pc:sldMk cId="1687516225" sldId="261"/>
            <ac:spMk id="83" creationId="{1F6506CE-537E-7F3A-D274-B0FB0A1CE393}"/>
          </ac:spMkLst>
        </pc:spChg>
        <pc:spChg chg="add mod">
          <ac:chgData name="Leo Jiang" userId="39f5b72eaf08a8bd" providerId="LiveId" clId="{DE176FEC-7598-42D3-8EC5-DD5E309756A4}" dt="2026-10-18T16:58:37.494" v="2388" actId="1076"/>
          <ac:spMkLst>
            <pc:docMk/>
            <pc:sldMk cId="1687516225" sldId="261"/>
            <ac:spMk id="84" creationId="{47C6AA3D-3CBC-CBC5-D6B3-E96203777F18}"/>
          </ac:spMkLst>
        </pc:spChg>
        <pc:spChg chg="add mod">
          <ac:chgData name="Leo Jiang" userId="39f5b72eaf08a8bd" providerId="LiveId" clId="{DE176FEC-7598-42D3-8EC5-DD5E309756A4}" dt="2026-10-18T16:58:37.494" v="2388" actId="1076"/>
          <ac:spMkLst>
            <pc:docMk/>
            <pc:sldMk cId="1687516225" sldId="261"/>
            <ac:spMk id="87" creationId="{70AA2542-FF2A-5A1E-9340-69947DE6D199}"/>
          </ac:spMkLst>
        </pc:spChg>
        <pc:spChg chg="add mod">
          <ac:chgData name="Leo Jiang" userId="39f5b72eaf08a8bd" providerId="LiveId" clId="{DE176FEC-7598-42D3-8EC5-DD5E309756A4}" dt="2026-10-08T20:03:41.138" v="2254" actId="14100"/>
          <ac:spMkLst>
            <pc:docMk/>
            <pc:sldMk cId="1687516225" sldId="261"/>
            <ac:spMk id="89" creationId="{D602D170-4A7C-8E74-C748-8D791A64B7A4}"/>
          </ac:spMkLst>
        </pc:spChg>
        <pc:spChg chg="add mod">
          <ac:chgData name="Leo Jiang" userId="39f5b72eaf08a8bd" providerId="LiveId" clId="{DE176FEC-7598-42D3-8EC5-DD5E309756A4}" dt="2026-10-18T16:58:37.494" v="2388" actId="1076"/>
          <ac:spMkLst>
            <pc:docMk/>
            <pc:sldMk cId="1687516225" sldId="261"/>
            <ac:spMk id="90" creationId="{C21EFB5D-7CF7-689D-647C-8E8620D7B5CE}"/>
          </ac:spMkLst>
        </pc:spChg>
        <pc:spChg chg="add mod">
          <ac:chgData name="Leo Jiang" userId="39f5b72eaf08a8bd" providerId="LiveId" clId="{DE176FEC-7598-42D3-8EC5-DD5E309756A4}" dt="2026-10-18T19:24:50.601" v="2463" actId="207"/>
          <ac:spMkLst>
            <pc:docMk/>
            <pc:sldMk cId="1687516225" sldId="261"/>
            <ac:spMk id="91" creationId="{133BCE7E-51A1-E84D-B384-9BD68FEC3D4F}"/>
          </ac:spMkLst>
        </pc:spChg>
        <pc:spChg chg="add mod">
          <ac:chgData name="Leo Jiang" userId="39f5b72eaf08a8bd" providerId="LiveId" clId="{DE176FEC-7598-42D3-8EC5-DD5E309756A4}" dt="2026-10-18T19:24:52.991" v="2464" actId="207"/>
          <ac:spMkLst>
            <pc:docMk/>
            <pc:sldMk cId="1687516225" sldId="261"/>
            <ac:spMk id="93" creationId="{2B5BB5D6-A665-F50D-1672-5C8D270C2AC6}"/>
          </ac:spMkLst>
        </pc:spChg>
        <pc:spChg chg="add mod">
          <ac:chgData name="Leo Jiang" userId="39f5b72eaf08a8bd" providerId="LiveId" clId="{DE176FEC-7598-42D3-8EC5-DD5E309756A4}" dt="2026-10-18T19:24:57.157" v="2466" actId="207"/>
          <ac:spMkLst>
            <pc:docMk/>
            <pc:sldMk cId="1687516225" sldId="261"/>
            <ac:spMk id="95" creationId="{B5A14ADC-6F62-683C-C6B7-BEEC77BB3697}"/>
          </ac:spMkLst>
        </pc:spChg>
        <pc:spChg chg="add mod">
          <ac:chgData name="Leo Jiang" userId="39f5b72eaf08a8bd" providerId="LiveId" clId="{DE176FEC-7598-42D3-8EC5-DD5E309756A4}" dt="2026-10-18T19:24:55.036" v="2465" actId="207"/>
          <ac:spMkLst>
            <pc:docMk/>
            <pc:sldMk cId="1687516225" sldId="261"/>
            <ac:spMk id="97" creationId="{6395B63D-AB44-A2B5-32ED-DC1CF619BA38}"/>
          </ac:spMkLst>
        </pc:spChg>
        <pc:spChg chg="add mod">
          <ac:chgData name="Leo Jiang" userId="39f5b72eaf08a8bd" providerId="LiveId" clId="{DE176FEC-7598-42D3-8EC5-DD5E309756A4}" dt="2026-10-18T19:25:16.001" v="2470" actId="1076"/>
          <ac:spMkLst>
            <pc:docMk/>
            <pc:sldMk cId="1687516225" sldId="261"/>
            <ac:spMk id="101" creationId="{2928DF7A-C821-F7E1-B1AF-51251DA05934}"/>
          </ac:spMkLst>
        </pc:spChg>
        <pc:spChg chg="add mod">
          <ac:chgData name="Leo Jiang" userId="39f5b72eaf08a8bd" providerId="LiveId" clId="{DE176FEC-7598-42D3-8EC5-DD5E309756A4}" dt="2026-10-18T19:25:44.562" v="2474" actId="1076"/>
          <ac:spMkLst>
            <pc:docMk/>
            <pc:sldMk cId="1687516225" sldId="261"/>
            <ac:spMk id="103" creationId="{F46D77E5-1DCD-4B21-00C4-C60E8C8B7F20}"/>
          </ac:spMkLst>
        </pc:spChg>
        <pc:spChg chg="add mod">
          <ac:chgData name="Leo Jiang" userId="39f5b72eaf08a8bd" providerId="LiveId" clId="{DE176FEC-7598-42D3-8EC5-DD5E309756A4}" dt="2026-10-18T19:26:05.253" v="2509" actId="1076"/>
          <ac:spMkLst>
            <pc:docMk/>
            <pc:sldMk cId="1687516225" sldId="261"/>
            <ac:spMk id="105" creationId="{E5E6543F-78C7-8528-7B11-31D66DC8C5EC}"/>
          </ac:spMkLst>
        </pc:spChg>
        <pc:spChg chg="add mod">
          <ac:chgData name="Leo Jiang" userId="39f5b72eaf08a8bd" providerId="LiveId" clId="{DE176FEC-7598-42D3-8EC5-DD5E309756A4}" dt="2026-10-18T19:26:19.968" v="2511" actId="1076"/>
          <ac:spMkLst>
            <pc:docMk/>
            <pc:sldMk cId="1687516225" sldId="261"/>
            <ac:spMk id="107" creationId="{577FFE0A-6EB4-50E8-7FC4-398F142E7602}"/>
          </ac:spMkLst>
        </pc:spChg>
        <pc:spChg chg="add mod">
          <ac:chgData name="Leo Jiang" userId="39f5b72eaf08a8bd" providerId="LiveId" clId="{DE176FEC-7598-42D3-8EC5-DD5E309756A4}" dt="2026-10-18T16:58:27.056" v="2386" actId="1076"/>
          <ac:spMkLst>
            <pc:docMk/>
            <pc:sldMk cId="1687516225" sldId="261"/>
            <ac:spMk id="108" creationId="{85D90EAD-EC43-8909-EC1C-3C79BCA62D3F}"/>
          </ac:spMkLst>
        </pc:spChg>
        <pc:spChg chg="add mod">
          <ac:chgData name="Leo Jiang" userId="39f5b72eaf08a8bd" providerId="LiveId" clId="{DE176FEC-7598-42D3-8EC5-DD5E309756A4}" dt="2026-10-18T16:58:27.056" v="2386" actId="1076"/>
          <ac:spMkLst>
            <pc:docMk/>
            <pc:sldMk cId="1687516225" sldId="261"/>
            <ac:spMk id="112" creationId="{7F3821C8-2BB3-F02E-9C9D-121C30921E41}"/>
          </ac:spMkLst>
        </pc:spChg>
        <pc:spChg chg="add del mod">
          <ac:chgData name="Leo Jiang" userId="39f5b72eaf08a8bd" providerId="LiveId" clId="{DE176FEC-7598-42D3-8EC5-DD5E309756A4}" dt="2026-10-18T16:58:27.056" v="2386" actId="1076"/>
          <ac:spMkLst>
            <pc:docMk/>
            <pc:sldMk cId="1687516225" sldId="261"/>
            <ac:spMk id="113" creationId="{FD6E00FB-7FBB-7438-CE90-7E2855954645}"/>
          </ac:spMkLst>
        </pc:spChg>
        <pc:spChg chg="add mod">
          <ac:chgData name="Leo Jiang" userId="39f5b72eaf08a8bd" providerId="LiveId" clId="{DE176FEC-7598-42D3-8EC5-DD5E309756A4}" dt="2026-10-18T19:26:31.660" v="2513" actId="1076"/>
          <ac:spMkLst>
            <pc:docMk/>
            <pc:sldMk cId="1687516225" sldId="261"/>
            <ac:spMk id="114" creationId="{5B30F000-4B37-C5F4-2339-70A58F18C7FF}"/>
          </ac:spMkLst>
        </pc:spChg>
        <pc:spChg chg="add mod">
          <ac:chgData name="Leo Jiang" userId="39f5b72eaf08a8bd" providerId="LiveId" clId="{DE176FEC-7598-42D3-8EC5-DD5E309756A4}" dt="2026-10-18T19:26:47.671" v="2526" actId="1076"/>
          <ac:spMkLst>
            <pc:docMk/>
            <pc:sldMk cId="1687516225" sldId="261"/>
            <ac:spMk id="116" creationId="{3FAAD9C6-BF06-8AF0-59DB-92B7E89DBA34}"/>
          </ac:spMkLst>
        </pc:spChg>
        <pc:spChg chg="add mod">
          <ac:chgData name="Leo Jiang" userId="39f5b72eaf08a8bd" providerId="LiveId" clId="{DE176FEC-7598-42D3-8EC5-DD5E309756A4}" dt="2026-10-18T19:27:17.902" v="2528" actId="1076"/>
          <ac:spMkLst>
            <pc:docMk/>
            <pc:sldMk cId="1687516225" sldId="261"/>
            <ac:spMk id="118" creationId="{C93F5ACA-CDF8-4D71-7490-653BC954E77E}"/>
          </ac:spMkLst>
        </pc:spChg>
        <pc:spChg chg="add del">
          <ac:chgData name="Leo Jiang" userId="39f5b72eaf08a8bd" providerId="LiveId" clId="{DE176FEC-7598-42D3-8EC5-DD5E309756A4}" dt="2026-10-18T19:27:25.818" v="2530" actId="22"/>
          <ac:spMkLst>
            <pc:docMk/>
            <pc:sldMk cId="1687516225" sldId="261"/>
            <ac:spMk id="120" creationId="{E4F22765-842E-0B9A-B02E-D717FBCDA2CE}"/>
          </ac:spMkLst>
        </pc:spChg>
        <pc:spChg chg="add mod">
          <ac:chgData name="Leo Jiang" userId="39f5b72eaf08a8bd" providerId="LiveId" clId="{DE176FEC-7598-42D3-8EC5-DD5E309756A4}" dt="2026-10-18T19:29:05.267" v="2534" actId="1076"/>
          <ac:spMkLst>
            <pc:docMk/>
            <pc:sldMk cId="1687516225" sldId="261"/>
            <ac:spMk id="122" creationId="{458B7C19-5908-1D1E-4158-6CD8B54B0E0B}"/>
          </ac:spMkLst>
        </pc:spChg>
        <pc:spChg chg="add mod">
          <ac:chgData name="Leo Jiang" userId="39f5b72eaf08a8bd" providerId="LiveId" clId="{DE176FEC-7598-42D3-8EC5-DD5E309756A4}" dt="2026-10-18T19:29:15.381" v="2536" actId="1076"/>
          <ac:spMkLst>
            <pc:docMk/>
            <pc:sldMk cId="1687516225" sldId="261"/>
            <ac:spMk id="124" creationId="{AD13D276-6C52-1761-E5DC-A0D5371D3CA0}"/>
          </ac:spMkLst>
        </pc:spChg>
        <pc:spChg chg="add mod">
          <ac:chgData name="Leo Jiang" userId="39f5b72eaf08a8bd" providerId="LiveId" clId="{DE176FEC-7598-42D3-8EC5-DD5E309756A4}" dt="2026-10-18T19:29:23.842" v="2538" actId="1076"/>
          <ac:spMkLst>
            <pc:docMk/>
            <pc:sldMk cId="1687516225" sldId="261"/>
            <ac:spMk id="126" creationId="{CC35CD54-2A26-5592-E624-E6E74DE86553}"/>
          </ac:spMkLst>
        </pc:spChg>
        <pc:spChg chg="add mod">
          <ac:chgData name="Leo Jiang" userId="39f5b72eaf08a8bd" providerId="LiveId" clId="{DE176FEC-7598-42D3-8EC5-DD5E309756A4}" dt="2026-10-18T19:48:10.803" v="2540" actId="1076"/>
          <ac:spMkLst>
            <pc:docMk/>
            <pc:sldMk cId="1687516225" sldId="261"/>
            <ac:spMk id="128" creationId="{0EB6DA42-7D0D-C8AB-2168-D3B654CF4DC8}"/>
          </ac:spMkLst>
        </pc:spChg>
        <pc:spChg chg="add mod">
          <ac:chgData name="Leo Jiang" userId="39f5b72eaf08a8bd" providerId="LiveId" clId="{DE176FEC-7598-42D3-8EC5-DD5E309756A4}" dt="2026-10-18T19:48:24.167" v="2542" actId="1076"/>
          <ac:spMkLst>
            <pc:docMk/>
            <pc:sldMk cId="1687516225" sldId="261"/>
            <ac:spMk id="130" creationId="{0D1BA175-78D4-40E4-7F99-1A3768AB856E}"/>
          </ac:spMkLst>
        </pc:spChg>
        <pc:cxnChg chg="add mod">
          <ac:chgData name="Leo Jiang" userId="39f5b72eaf08a8bd" providerId="LiveId" clId="{DE176FEC-7598-42D3-8EC5-DD5E309756A4}" dt="2026-10-18T16:58:20.600" v="2385" actId="1076"/>
          <ac:cxnSpMkLst>
            <pc:docMk/>
            <pc:sldMk cId="1687516225" sldId="261"/>
            <ac:cxnSpMk id="3" creationId="{6654AE36-50A8-8B53-BEA6-8DF140762CCE}"/>
          </ac:cxnSpMkLst>
        </pc:cxnChg>
        <pc:cxnChg chg="add mod">
          <ac:chgData name="Leo Jiang" userId="39f5b72eaf08a8bd" providerId="LiveId" clId="{DE176FEC-7598-42D3-8EC5-DD5E309756A4}" dt="2026-10-18T16:58:20.600" v="2385" actId="1076"/>
          <ac:cxnSpMkLst>
            <pc:docMk/>
            <pc:sldMk cId="1687516225" sldId="261"/>
            <ac:cxnSpMk id="4" creationId="{600F0501-3418-B51D-0D18-2DBC5C139C3F}"/>
          </ac:cxnSpMkLst>
        </pc:cxnChg>
        <pc:cxnChg chg="add mod">
          <ac:chgData name="Leo Jiang" userId="39f5b72eaf08a8bd" providerId="LiveId" clId="{DE176FEC-7598-42D3-8EC5-DD5E309756A4}" dt="2026-10-18T17:52:14.034" v="2392" actId="1582"/>
          <ac:cxnSpMkLst>
            <pc:docMk/>
            <pc:sldMk cId="1687516225" sldId="261"/>
            <ac:cxnSpMk id="8" creationId="{73F663DB-79FA-6B8F-F44F-6060EF0329AC}"/>
          </ac:cxnSpMkLst>
        </pc:cxnChg>
        <pc:cxnChg chg="add mod">
          <ac:chgData name="Leo Jiang" userId="39f5b72eaf08a8bd" providerId="LiveId" clId="{DE176FEC-7598-42D3-8EC5-DD5E309756A4}" dt="2026-10-18T17:52:38.602" v="2396" actId="1582"/>
          <ac:cxnSpMkLst>
            <pc:docMk/>
            <pc:sldMk cId="1687516225" sldId="261"/>
            <ac:cxnSpMk id="10" creationId="{C4DD81A9-7EC4-8E21-42D6-3138D84D5318}"/>
          </ac:cxnSpMkLst>
        </pc:cxnChg>
        <pc:cxnChg chg="add mod">
          <ac:chgData name="Leo Jiang" userId="39f5b72eaf08a8bd" providerId="LiveId" clId="{DE176FEC-7598-42D3-8EC5-DD5E309756A4}" dt="2026-10-18T17:53:30.325" v="2399" actId="14100"/>
          <ac:cxnSpMkLst>
            <pc:docMk/>
            <pc:sldMk cId="1687516225" sldId="261"/>
            <ac:cxnSpMk id="12" creationId="{30080FF3-93BB-8FFB-C698-CFAA487E015D}"/>
          </ac:cxnSpMkLst>
        </pc:cxnChg>
        <pc:cxnChg chg="add mod">
          <ac:chgData name="Leo Jiang" userId="39f5b72eaf08a8bd" providerId="LiveId" clId="{DE176FEC-7598-42D3-8EC5-DD5E309756A4}" dt="2026-10-18T17:53:39.497" v="2402" actId="14100"/>
          <ac:cxnSpMkLst>
            <pc:docMk/>
            <pc:sldMk cId="1687516225" sldId="261"/>
            <ac:cxnSpMk id="14" creationId="{99146CA4-6CEC-C519-3B36-EE43BB66642D}"/>
          </ac:cxnSpMkLst>
        </pc:cxnChg>
        <pc:cxnChg chg="add mod">
          <ac:chgData name="Leo Jiang" userId="39f5b72eaf08a8bd" providerId="LiveId" clId="{DE176FEC-7598-42D3-8EC5-DD5E309756A4}" dt="2026-10-18T16:58:48.636" v="2389" actId="1076"/>
          <ac:cxnSpMkLst>
            <pc:docMk/>
            <pc:sldMk cId="1687516225" sldId="261"/>
            <ac:cxnSpMk id="15" creationId="{A08A054D-E6F0-6D48-6C09-A21739E596A7}"/>
          </ac:cxnSpMkLst>
        </pc:cxnChg>
        <pc:cxnChg chg="add mod">
          <ac:chgData name="Leo Jiang" userId="39f5b72eaf08a8bd" providerId="LiveId" clId="{DE176FEC-7598-42D3-8EC5-DD5E309756A4}" dt="2026-10-18T17:53:46.135" v="2405" actId="14100"/>
          <ac:cxnSpMkLst>
            <pc:docMk/>
            <pc:sldMk cId="1687516225" sldId="261"/>
            <ac:cxnSpMk id="17" creationId="{441C2D05-A84A-71B0-3743-7221C91C3127}"/>
          </ac:cxnSpMkLst>
        </pc:cxnChg>
        <pc:cxnChg chg="add mod">
          <ac:chgData name="Leo Jiang" userId="39f5b72eaf08a8bd" providerId="LiveId" clId="{DE176FEC-7598-42D3-8EC5-DD5E309756A4}" dt="2026-10-18T19:29:02.322" v="2533" actId="1076"/>
          <ac:cxnSpMkLst>
            <pc:docMk/>
            <pc:sldMk cId="1687516225" sldId="261"/>
            <ac:cxnSpMk id="19" creationId="{BD0B7E73-0EAA-FE37-688E-EB796493B905}"/>
          </ac:cxnSpMkLst>
        </pc:cxnChg>
        <pc:cxnChg chg="add mod">
          <ac:chgData name="Leo Jiang" userId="39f5b72eaf08a8bd" providerId="LiveId" clId="{DE176FEC-7598-42D3-8EC5-DD5E309756A4}" dt="2026-10-18T17:54:08.918" v="2410" actId="14100"/>
          <ac:cxnSpMkLst>
            <pc:docMk/>
            <pc:sldMk cId="1687516225" sldId="261"/>
            <ac:cxnSpMk id="21" creationId="{3C00A574-1640-BA2E-6FC6-626E6FF69B07}"/>
          </ac:cxnSpMkLst>
        </pc:cxnChg>
        <pc:cxnChg chg="add mod">
          <ac:chgData name="Leo Jiang" userId="39f5b72eaf08a8bd" providerId="LiveId" clId="{DE176FEC-7598-42D3-8EC5-DD5E309756A4}" dt="2026-10-18T16:58:48.636" v="2389" actId="1076"/>
          <ac:cxnSpMkLst>
            <pc:docMk/>
            <pc:sldMk cId="1687516225" sldId="261"/>
            <ac:cxnSpMk id="22" creationId="{08DDE4D7-C947-2B5B-442F-7F0FF7530403}"/>
          </ac:cxnSpMkLst>
        </pc:cxnChg>
        <pc:cxnChg chg="add mod">
          <ac:chgData name="Leo Jiang" userId="39f5b72eaf08a8bd" providerId="LiveId" clId="{DE176FEC-7598-42D3-8EC5-DD5E309756A4}" dt="2026-10-18T17:54:18.041" v="2413" actId="14100"/>
          <ac:cxnSpMkLst>
            <pc:docMk/>
            <pc:sldMk cId="1687516225" sldId="261"/>
            <ac:cxnSpMk id="24" creationId="{E8ADA5EE-E166-B6F0-BC81-18AC63C424D1}"/>
          </ac:cxnSpMkLst>
        </pc:cxnChg>
        <pc:cxnChg chg="add mod">
          <ac:chgData name="Leo Jiang" userId="39f5b72eaf08a8bd" providerId="LiveId" clId="{DE176FEC-7598-42D3-8EC5-DD5E309756A4}" dt="2026-10-18T17:54:43.086" v="2420" actId="14100"/>
          <ac:cxnSpMkLst>
            <pc:docMk/>
            <pc:sldMk cId="1687516225" sldId="261"/>
            <ac:cxnSpMk id="29" creationId="{F46E86F5-3F41-2D32-7768-BAB059A8239D}"/>
          </ac:cxnSpMkLst>
        </pc:cxnChg>
        <pc:cxnChg chg="add mod">
          <ac:chgData name="Leo Jiang" userId="39f5b72eaf08a8bd" providerId="LiveId" clId="{DE176FEC-7598-42D3-8EC5-DD5E309756A4}" dt="2026-10-18T16:58:15.872" v="2384" actId="1076"/>
          <ac:cxnSpMkLst>
            <pc:docMk/>
            <pc:sldMk cId="1687516225" sldId="261"/>
            <ac:cxnSpMk id="32" creationId="{B96AB528-62C0-F4EF-86FA-1780752DD707}"/>
          </ac:cxnSpMkLst>
        </pc:cxnChg>
        <pc:cxnChg chg="add mod">
          <ac:chgData name="Leo Jiang" userId="39f5b72eaf08a8bd" providerId="LiveId" clId="{DE176FEC-7598-42D3-8EC5-DD5E309756A4}" dt="2026-10-18T17:54:47.727" v="2421" actId="14100"/>
          <ac:cxnSpMkLst>
            <pc:docMk/>
            <pc:sldMk cId="1687516225" sldId="261"/>
            <ac:cxnSpMk id="33" creationId="{D01986FD-D77A-2DB1-9DF8-21C37CB7DEC5}"/>
          </ac:cxnSpMkLst>
        </pc:cxnChg>
        <pc:cxnChg chg="add mod">
          <ac:chgData name="Leo Jiang" userId="39f5b72eaf08a8bd" providerId="LiveId" clId="{DE176FEC-7598-42D3-8EC5-DD5E309756A4}" dt="2026-10-18T16:58:15.872" v="2384" actId="1076"/>
          <ac:cxnSpMkLst>
            <pc:docMk/>
            <pc:sldMk cId="1687516225" sldId="261"/>
            <ac:cxnSpMk id="34" creationId="{17F04FB1-170D-7A0D-8148-C56E4B7515F0}"/>
          </ac:cxnSpMkLst>
        </pc:cxnChg>
        <pc:cxnChg chg="add mod">
          <ac:chgData name="Leo Jiang" userId="39f5b72eaf08a8bd" providerId="LiveId" clId="{DE176FEC-7598-42D3-8EC5-DD5E309756A4}" dt="2026-10-18T16:57:35.244" v="2376" actId="1076"/>
          <ac:cxnSpMkLst>
            <pc:docMk/>
            <pc:sldMk cId="1687516225" sldId="261"/>
            <ac:cxnSpMk id="39" creationId="{A235E47F-423B-E8A7-B5F8-7109FBAFD1CC}"/>
          </ac:cxnSpMkLst>
        </pc:cxnChg>
        <pc:cxnChg chg="add mod">
          <ac:chgData name="Leo Jiang" userId="39f5b72eaf08a8bd" providerId="LiveId" clId="{DE176FEC-7598-42D3-8EC5-DD5E309756A4}" dt="2026-10-18T16:57:35.244" v="2376" actId="1076"/>
          <ac:cxnSpMkLst>
            <pc:docMk/>
            <pc:sldMk cId="1687516225" sldId="261"/>
            <ac:cxnSpMk id="42" creationId="{234D4E96-C73D-BF67-4097-DAE62FC83BC2}"/>
          </ac:cxnSpMkLst>
        </pc:cxnChg>
        <pc:cxnChg chg="add mod">
          <ac:chgData name="Leo Jiang" userId="39f5b72eaf08a8bd" providerId="LiveId" clId="{DE176FEC-7598-42D3-8EC5-DD5E309756A4}" dt="2026-10-18T17:54:55.934" v="2424" actId="14100"/>
          <ac:cxnSpMkLst>
            <pc:docMk/>
            <pc:sldMk cId="1687516225" sldId="261"/>
            <ac:cxnSpMk id="43" creationId="{5A06AC88-6DEC-D83A-E0DC-F1D007D76E29}"/>
          </ac:cxnSpMkLst>
        </pc:cxnChg>
        <pc:cxnChg chg="add mod">
          <ac:chgData name="Leo Jiang" userId="39f5b72eaf08a8bd" providerId="LiveId" clId="{DE176FEC-7598-42D3-8EC5-DD5E309756A4}" dt="2026-10-18T17:59:09.639" v="2427" actId="14100"/>
          <ac:cxnSpMkLst>
            <pc:docMk/>
            <pc:sldMk cId="1687516225" sldId="261"/>
            <ac:cxnSpMk id="46" creationId="{3181F81E-85D2-A255-A207-F2F2F455D2D3}"/>
          </ac:cxnSpMkLst>
        </pc:cxnChg>
        <pc:cxnChg chg="add mod">
          <ac:chgData name="Leo Jiang" userId="39f5b72eaf08a8bd" providerId="LiveId" clId="{DE176FEC-7598-42D3-8EC5-DD5E309756A4}" dt="2026-10-18T17:59:13.764" v="2429" actId="1076"/>
          <ac:cxnSpMkLst>
            <pc:docMk/>
            <pc:sldMk cId="1687516225" sldId="261"/>
            <ac:cxnSpMk id="49" creationId="{AA9258E5-2DCA-6D91-40C0-63B75BBF81AA}"/>
          </ac:cxnSpMkLst>
        </pc:cxnChg>
        <pc:cxnChg chg="add mod">
          <ac:chgData name="Leo Jiang" userId="39f5b72eaf08a8bd" providerId="LiveId" clId="{DE176FEC-7598-42D3-8EC5-DD5E309756A4}" dt="2026-10-18T18:00:53.150" v="2444" actId="13822"/>
          <ac:cxnSpMkLst>
            <pc:docMk/>
            <pc:sldMk cId="1687516225" sldId="261"/>
            <ac:cxnSpMk id="52" creationId="{D98C9EC4-85A6-1BA5-E60D-2CCE8664F0F5}"/>
          </ac:cxnSpMkLst>
        </pc:cxnChg>
        <pc:cxnChg chg="add del mod">
          <ac:chgData name="Leo Jiang" userId="39f5b72eaf08a8bd" providerId="LiveId" clId="{DE176FEC-7598-42D3-8EC5-DD5E309756A4}" dt="2026-10-18T17:59:46.621" v="2432" actId="11529"/>
          <ac:cxnSpMkLst>
            <pc:docMk/>
            <pc:sldMk cId="1687516225" sldId="261"/>
            <ac:cxnSpMk id="55" creationId="{D6D0C360-E182-33E0-162A-EF48870BFF72}"/>
          </ac:cxnSpMkLst>
        </pc:cxnChg>
        <pc:cxnChg chg="add mod">
          <ac:chgData name="Leo Jiang" userId="39f5b72eaf08a8bd" providerId="LiveId" clId="{DE176FEC-7598-42D3-8EC5-DD5E309756A4}" dt="2026-10-18T16:56:51.282" v="2374" actId="1076"/>
          <ac:cxnSpMkLst>
            <pc:docMk/>
            <pc:sldMk cId="1687516225" sldId="261"/>
            <ac:cxnSpMk id="56" creationId="{DBB82F4D-B85D-EE12-5E61-7738F5F5489D}"/>
          </ac:cxnSpMkLst>
        </pc:cxnChg>
        <pc:cxnChg chg="add mod">
          <ac:chgData name="Leo Jiang" userId="39f5b72eaf08a8bd" providerId="LiveId" clId="{DE176FEC-7598-42D3-8EC5-DD5E309756A4}" dt="2026-10-18T16:56:51.282" v="2374" actId="1076"/>
          <ac:cxnSpMkLst>
            <pc:docMk/>
            <pc:sldMk cId="1687516225" sldId="261"/>
            <ac:cxnSpMk id="58" creationId="{28B008EF-2003-CFD0-1D4A-24F07448F295}"/>
          </ac:cxnSpMkLst>
        </pc:cxnChg>
        <pc:cxnChg chg="add mod">
          <ac:chgData name="Leo Jiang" userId="39f5b72eaf08a8bd" providerId="LiveId" clId="{DE176FEC-7598-42D3-8EC5-DD5E309756A4}" dt="2026-10-18T18:00:55.821" v="2445" actId="13822"/>
          <ac:cxnSpMkLst>
            <pc:docMk/>
            <pc:sldMk cId="1687516225" sldId="261"/>
            <ac:cxnSpMk id="59" creationId="{18F84ACD-E289-5441-552E-0E873C0C119F}"/>
          </ac:cxnSpMkLst>
        </pc:cxnChg>
        <pc:cxnChg chg="add mod">
          <ac:chgData name="Leo Jiang" userId="39f5b72eaf08a8bd" providerId="LiveId" clId="{DE176FEC-7598-42D3-8EC5-DD5E309756A4}" dt="2026-10-18T18:01:12.476" v="2449" actId="14100"/>
          <ac:cxnSpMkLst>
            <pc:docMk/>
            <pc:sldMk cId="1687516225" sldId="261"/>
            <ac:cxnSpMk id="65" creationId="{31FA6AE2-A395-A8BA-93B7-DC991836D5AC}"/>
          </ac:cxnSpMkLst>
        </pc:cxnChg>
        <pc:cxnChg chg="add mod">
          <ac:chgData name="Leo Jiang" userId="39f5b72eaf08a8bd" providerId="LiveId" clId="{DE176FEC-7598-42D3-8EC5-DD5E309756A4}" dt="2026-10-18T16:58:32.411" v="2387" actId="1076"/>
          <ac:cxnSpMkLst>
            <pc:docMk/>
            <pc:sldMk cId="1687516225" sldId="261"/>
            <ac:cxnSpMk id="67" creationId="{3984DFE2-696A-57AB-7226-AF7F64B39C71}"/>
          </ac:cxnSpMkLst>
        </pc:cxnChg>
        <pc:cxnChg chg="add mod">
          <ac:chgData name="Leo Jiang" userId="39f5b72eaf08a8bd" providerId="LiveId" clId="{DE176FEC-7598-42D3-8EC5-DD5E309756A4}" dt="2026-10-18T16:58:32.411" v="2387" actId="1076"/>
          <ac:cxnSpMkLst>
            <pc:docMk/>
            <pc:sldMk cId="1687516225" sldId="261"/>
            <ac:cxnSpMk id="71" creationId="{89AA59D6-8591-360D-253D-0EC8CF227811}"/>
          </ac:cxnSpMkLst>
        </pc:cxnChg>
        <pc:cxnChg chg="add mod">
          <ac:chgData name="Leo Jiang" userId="39f5b72eaf08a8bd" providerId="LiveId" clId="{DE176FEC-7598-42D3-8EC5-DD5E309756A4}" dt="2026-10-18T16:58:37.494" v="2388" actId="1076"/>
          <ac:cxnSpMkLst>
            <pc:docMk/>
            <pc:sldMk cId="1687516225" sldId="261"/>
            <ac:cxnSpMk id="85" creationId="{15BB44A6-316F-50B4-4334-EC51BF916D5A}"/>
          </ac:cxnSpMkLst>
        </pc:cxnChg>
        <pc:cxnChg chg="add mod">
          <ac:chgData name="Leo Jiang" userId="39f5b72eaf08a8bd" providerId="LiveId" clId="{DE176FEC-7598-42D3-8EC5-DD5E309756A4}" dt="2026-10-18T16:58:37.494" v="2388" actId="1076"/>
          <ac:cxnSpMkLst>
            <pc:docMk/>
            <pc:sldMk cId="1687516225" sldId="261"/>
            <ac:cxnSpMk id="86" creationId="{5FB97036-3063-99DC-51CD-2605051628AF}"/>
          </ac:cxnSpMkLst>
        </pc:cxnChg>
        <pc:cxnChg chg="add mod">
          <ac:chgData name="Leo Jiang" userId="39f5b72eaf08a8bd" providerId="LiveId" clId="{DE176FEC-7598-42D3-8EC5-DD5E309756A4}" dt="2026-10-18T19:25:08.511" v="2468" actId="13822"/>
          <ac:cxnSpMkLst>
            <pc:docMk/>
            <pc:sldMk cId="1687516225" sldId="261"/>
            <ac:cxnSpMk id="99" creationId="{CC79128D-6749-F4BB-C2D1-5C34E39C419B}"/>
          </ac:cxnSpMkLst>
        </pc:cxnChg>
        <pc:cxnChg chg="add mod">
          <ac:chgData name="Leo Jiang" userId="39f5b72eaf08a8bd" providerId="LiveId" clId="{DE176FEC-7598-42D3-8EC5-DD5E309756A4}" dt="2026-10-18T16:58:27.056" v="2386" actId="1076"/>
          <ac:cxnSpMkLst>
            <pc:docMk/>
            <pc:sldMk cId="1687516225" sldId="261"/>
            <ac:cxnSpMk id="110" creationId="{A91E300C-0EAE-62B7-4E7E-AE168107F73C}"/>
          </ac:cxnSpMkLst>
        </pc:cxnChg>
        <pc:cxnChg chg="add mod">
          <ac:chgData name="Leo Jiang" userId="39f5b72eaf08a8bd" providerId="LiveId" clId="{DE176FEC-7598-42D3-8EC5-DD5E309756A4}" dt="2026-10-18T16:58:27.056" v="2386" actId="1076"/>
          <ac:cxnSpMkLst>
            <pc:docMk/>
            <pc:sldMk cId="1687516225" sldId="261"/>
            <ac:cxnSpMk id="111" creationId="{DBE4F09B-68B0-97F4-2662-3F113F07705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C1843-DB28-4CDE-A9C0-9253AD21B380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A4E53-A044-4C24-BA5A-850C68757A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834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2478-7BB7-6685-26A3-CCA360581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47D59-F2BF-AD76-FD32-8EB49841B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A02C-DEF8-1260-A92E-AE282ADC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31447-7721-E9A4-22BA-348B1570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6BE20-843B-7677-D99F-617294FD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19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47BB-2BAB-D0DB-BD66-0472C8F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B998-1541-8B2D-9446-BE090C1D8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B1F5B-F093-0EC9-9DE9-3127EFC1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04160-25D9-40C2-3D79-345FF7BD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1DBE7-EF1F-2AB7-22DA-4E63B33C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5515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3768-940C-20B7-CB67-75729D622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C789A-40FF-5FE4-C512-6B73548BB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603B5-E238-3AC8-C212-5DB197FF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61A89-E744-9254-7B69-F41B45D0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14A6-9410-9D9C-A79B-00EB23EC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659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2DDE-23DB-95C2-B54D-BCDD56FD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8BCFA-C34F-1A87-927C-614B2A3B2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88345-A453-2648-6254-93B71012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F461-8436-4E0E-48E0-AC6E5A89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026D1-E03E-DA41-5971-4086E25A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DCC40-3D37-CB7E-9326-02F20444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738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88FE-6EC2-0644-547A-FF733AB0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A7B91-4571-D443-1BCD-D5DD3C04A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16393-403F-63F7-D2F7-4B89C8F10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D23A8-9460-ED79-BC86-67F7952FE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799F3-6DBA-7F4C-23F2-FFA52AB9D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4AD30-7BA5-E766-1409-8331AB5D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B489E-8B8C-F6C4-7872-8AA6976D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72D07-62AC-0836-A702-2CC695DA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36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C1FC-5A02-959E-4C19-32DEA9DA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8F2419-E1B7-5D6B-993C-52404460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28AB9-CA65-2DB1-58FD-096B521B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81C6C-2F35-1108-5696-5BCE420C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87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7E01C-CE92-FB33-7655-69C4876E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15A16-EDE4-01EA-1899-5D0578D6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E82A7-E835-CFF7-629D-93F546135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447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9F34-76D2-3F1F-DFBE-9FA1140F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3D5C9-7EBD-68F9-16CD-9DA779F7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6E880-0ECF-4256-6D08-83B4DCAE9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FB5B-486A-7AC3-CEF5-5683F9D0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6701E-8FB9-D6D9-E496-852ADEEF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2634D-BF5A-E05C-5BCE-F23B1CB0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7858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4A69-FA4E-C320-E366-CB49ABF7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637D03-BDA2-D528-4D6F-D0653F7FED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AF237-EB2D-9C5E-CB5A-31228A653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589E9-441C-29FD-8A6E-7C9C520A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B353F-8053-87E8-47A0-50800560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4B72E-A233-4D6A-5065-4ABA3473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077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0B11-D96E-6446-94A4-0E8BD655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FE921-9303-9BCA-7D23-BF1EA2A2B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3FEF0-F627-0AE2-1ED7-E2A34FD4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3C528-9B14-FB05-465F-27962AEC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C6ABE-9E2B-2088-F0DB-50A693C0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653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22779-052D-74AA-ADA0-82CF4F401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E91C0-67EA-8647-559B-D03205B83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E2B30-1255-0130-9C60-2BCD1E9D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A6B00-EAA7-6DBB-AA9D-5BA82807F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5ABD-2F84-C278-75AF-5D147900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401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7E625-960F-05E1-691D-031D6CC5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64BB5-956E-1B29-A2FF-2E762C64A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B21F9-7B8F-B87F-FD74-BB76FF393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FC663-6F96-4E3F-A048-BB5B5B94B24D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A6E1E-B522-F194-D4E3-1BD0ACEF8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097E4-44EF-B727-CE8A-7E359808B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FDC75-8472-4E5D-8646-7F643CD3F4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186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D42F-FBC1-88D2-47E4-608CAF0AF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D182C-EA08-3BFC-0FA5-418BED369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174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417F5C3-AA12-A09B-5C7E-85B0E598A15C}"/>
              </a:ext>
            </a:extLst>
          </p:cNvPr>
          <p:cNvSpPr/>
          <p:nvPr/>
        </p:nvSpPr>
        <p:spPr>
          <a:xfrm>
            <a:off x="10377004" y="1659163"/>
            <a:ext cx="1704881" cy="10817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B913D2E-D9C3-55A9-0B07-FA10A1706F78}"/>
              </a:ext>
            </a:extLst>
          </p:cNvPr>
          <p:cNvSpPr/>
          <p:nvPr/>
        </p:nvSpPr>
        <p:spPr>
          <a:xfrm>
            <a:off x="10394346" y="907434"/>
            <a:ext cx="1704881" cy="69477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EDB368-6C16-623E-7B64-6A787CE659CE}"/>
              </a:ext>
            </a:extLst>
          </p:cNvPr>
          <p:cNvCxnSpPr>
            <a:cxnSpLocks/>
          </p:cNvCxnSpPr>
          <p:nvPr/>
        </p:nvCxnSpPr>
        <p:spPr>
          <a:xfrm flipV="1">
            <a:off x="9576811" y="1239203"/>
            <a:ext cx="860560" cy="6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65F7F50-468A-5FA8-FD19-5DCA7EAFECE6}"/>
              </a:ext>
            </a:extLst>
          </p:cNvPr>
          <p:cNvSpPr/>
          <p:nvPr/>
        </p:nvSpPr>
        <p:spPr>
          <a:xfrm>
            <a:off x="2584107" y="930863"/>
            <a:ext cx="7705787" cy="38081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61B2B3-43B0-9CF6-816B-465F0419EE46}"/>
              </a:ext>
            </a:extLst>
          </p:cNvPr>
          <p:cNvSpPr/>
          <p:nvPr/>
        </p:nvSpPr>
        <p:spPr>
          <a:xfrm>
            <a:off x="2705098" y="1083264"/>
            <a:ext cx="1179335" cy="40687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Graphic User Interface</a:t>
            </a:r>
            <a:endParaRPr lang="en-CA" sz="1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F6FDC8-9A69-36CC-A556-31636F4894E5}"/>
              </a:ext>
            </a:extLst>
          </p:cNvPr>
          <p:cNvSpPr/>
          <p:nvPr/>
        </p:nvSpPr>
        <p:spPr>
          <a:xfrm>
            <a:off x="8013669" y="1196506"/>
            <a:ext cx="1563142" cy="4068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External Communication Driver</a:t>
            </a:r>
            <a:endParaRPr lang="en-CA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E27E52-B093-3474-9687-20199DE65AA2}"/>
              </a:ext>
            </a:extLst>
          </p:cNvPr>
          <p:cNvSpPr/>
          <p:nvPr/>
        </p:nvSpPr>
        <p:spPr>
          <a:xfrm>
            <a:off x="8024171" y="1701060"/>
            <a:ext cx="1563142" cy="4068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Driver</a:t>
            </a:r>
            <a:endParaRPr lang="en-CA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FC1B5D-0589-C110-5125-67F25E55FFE8}"/>
              </a:ext>
            </a:extLst>
          </p:cNvPr>
          <p:cNvSpPr/>
          <p:nvPr/>
        </p:nvSpPr>
        <p:spPr>
          <a:xfrm>
            <a:off x="8013669" y="2237260"/>
            <a:ext cx="1563142" cy="4068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sensors Driver</a:t>
            </a:r>
            <a:endParaRPr lang="en-CA" sz="1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4B1DC6-6462-DE28-5B50-0472094F6862}"/>
              </a:ext>
            </a:extLst>
          </p:cNvPr>
          <p:cNvSpPr/>
          <p:nvPr/>
        </p:nvSpPr>
        <p:spPr>
          <a:xfrm>
            <a:off x="5258426" y="1098932"/>
            <a:ext cx="1179336" cy="175165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Controller</a:t>
            </a:r>
            <a:endParaRPr lang="en-CA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F1CC7C-A82A-1426-4B96-F5436EDEBAA6}"/>
              </a:ext>
            </a:extLst>
          </p:cNvPr>
          <p:cNvSpPr/>
          <p:nvPr/>
        </p:nvSpPr>
        <p:spPr>
          <a:xfrm>
            <a:off x="342900" y="1592204"/>
            <a:ext cx="1046747" cy="28316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Nurse</a:t>
            </a:r>
            <a:endParaRPr lang="en-CA" sz="1000" dirty="0"/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2CB60D7D-EBA7-7A16-7051-53BD36107C93}"/>
              </a:ext>
            </a:extLst>
          </p:cNvPr>
          <p:cNvSpPr/>
          <p:nvPr/>
        </p:nvSpPr>
        <p:spPr>
          <a:xfrm>
            <a:off x="0" y="2509896"/>
            <a:ext cx="1751560" cy="368772"/>
          </a:xfrm>
          <a:prstGeom prst="flowChartInputOutp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Authentication Devices</a:t>
            </a:r>
            <a:endParaRPr lang="en-CA" sz="10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D887F3-EA42-3000-BE61-D6E062846921}"/>
              </a:ext>
            </a:extLst>
          </p:cNvPr>
          <p:cNvSpPr/>
          <p:nvPr/>
        </p:nvSpPr>
        <p:spPr>
          <a:xfrm>
            <a:off x="3014382" y="2136777"/>
            <a:ext cx="1454978" cy="2897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Authenticator</a:t>
            </a:r>
            <a:endParaRPr lang="en-CA" sz="10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696BE7-8A58-7BD6-BA1F-FFB329A49406}"/>
              </a:ext>
            </a:extLst>
          </p:cNvPr>
          <p:cNvSpPr/>
          <p:nvPr/>
        </p:nvSpPr>
        <p:spPr>
          <a:xfrm>
            <a:off x="6096000" y="3139253"/>
            <a:ext cx="1454978" cy="2897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Event Logger</a:t>
            </a:r>
            <a:endParaRPr lang="en-CA" sz="1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B91F45-F48C-D68D-A5FB-BE818D946DA8}"/>
              </a:ext>
            </a:extLst>
          </p:cNvPr>
          <p:cNvSpPr/>
          <p:nvPr/>
        </p:nvSpPr>
        <p:spPr>
          <a:xfrm>
            <a:off x="6096000" y="3651015"/>
            <a:ext cx="1454978" cy="2897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Inventory Tracker </a:t>
            </a:r>
            <a:endParaRPr lang="en-CA" sz="1000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8B34982-AF7C-F315-6EFE-0E617A424075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1389647" y="1286699"/>
            <a:ext cx="1315451" cy="447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87AE7A2-F559-CBFE-B75B-1689F3D1CBCD}"/>
              </a:ext>
            </a:extLst>
          </p:cNvPr>
          <p:cNvCxnSpPr>
            <a:cxnSpLocks/>
            <a:stCxn id="17" idx="5"/>
            <a:endCxn id="19" idx="1"/>
          </p:cNvCxnSpPr>
          <p:nvPr/>
        </p:nvCxnSpPr>
        <p:spPr>
          <a:xfrm flipV="1">
            <a:off x="1576404" y="2281651"/>
            <a:ext cx="1437978" cy="4126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ADF8BAD-F4F0-B6D5-30DF-E8F0C4490EDE}"/>
              </a:ext>
            </a:extLst>
          </p:cNvPr>
          <p:cNvCxnSpPr>
            <a:cxnSpLocks/>
            <a:endCxn id="19" idx="2"/>
          </p:cNvCxnSpPr>
          <p:nvPr/>
        </p:nvCxnSpPr>
        <p:spPr>
          <a:xfrm rot="10800000">
            <a:off x="3741872" y="2426524"/>
            <a:ext cx="3809107" cy="19159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AE5BE98-EF78-5597-EF5E-46C1CCD755D7}"/>
              </a:ext>
            </a:extLst>
          </p:cNvPr>
          <p:cNvCxnSpPr>
            <a:cxnSpLocks/>
            <a:endCxn id="19" idx="0"/>
          </p:cNvCxnSpPr>
          <p:nvPr/>
        </p:nvCxnSpPr>
        <p:spPr>
          <a:xfrm rot="16200000" flipH="1">
            <a:off x="3239742" y="1634648"/>
            <a:ext cx="671162" cy="33309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2E44757-54DC-5DDD-3B7C-B167CB24E506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7550978" y="1399941"/>
            <a:ext cx="2025833" cy="2942519"/>
          </a:xfrm>
          <a:prstGeom prst="bentConnector3">
            <a:avLst>
              <a:gd name="adj1" fmla="val -1128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7C9DD45-E1A9-FFA3-A8EB-450418E46D23}"/>
              </a:ext>
            </a:extLst>
          </p:cNvPr>
          <p:cNvCxnSpPr>
            <a:cxnSpLocks/>
            <a:stCxn id="14" idx="2"/>
            <a:endCxn id="21" idx="1"/>
          </p:cNvCxnSpPr>
          <p:nvPr/>
        </p:nvCxnSpPr>
        <p:spPr>
          <a:xfrm rot="16200000" flipH="1">
            <a:off x="5755279" y="2943406"/>
            <a:ext cx="433536" cy="2479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674E6585-F511-FB7B-E20B-B1A8D3970B07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5420846" y="3120734"/>
            <a:ext cx="917219" cy="4330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E15E828-0AA3-7D2C-31FE-2E5CA5EB6297}"/>
              </a:ext>
            </a:extLst>
          </p:cNvPr>
          <p:cNvCxnSpPr>
            <a:cxnSpLocks/>
          </p:cNvCxnSpPr>
          <p:nvPr/>
        </p:nvCxnSpPr>
        <p:spPr>
          <a:xfrm flipV="1">
            <a:off x="6437000" y="1277072"/>
            <a:ext cx="1576669" cy="9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7C1856C-7921-B0C7-3781-9A02F82E21AE}"/>
              </a:ext>
            </a:extLst>
          </p:cNvPr>
          <p:cNvCxnSpPr>
            <a:cxnSpLocks/>
          </p:cNvCxnSpPr>
          <p:nvPr/>
        </p:nvCxnSpPr>
        <p:spPr>
          <a:xfrm>
            <a:off x="4475963" y="2281650"/>
            <a:ext cx="7824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7633A3C-17C9-280E-4CFD-E9D9613271F5}"/>
              </a:ext>
            </a:extLst>
          </p:cNvPr>
          <p:cNvCxnSpPr>
            <a:cxnSpLocks/>
          </p:cNvCxnSpPr>
          <p:nvPr/>
        </p:nvCxnSpPr>
        <p:spPr>
          <a:xfrm>
            <a:off x="3884433" y="1286699"/>
            <a:ext cx="14312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0B81160-9D82-022A-47D4-063341FD49D6}"/>
              </a:ext>
            </a:extLst>
          </p:cNvPr>
          <p:cNvCxnSpPr>
            <a:cxnSpLocks/>
          </p:cNvCxnSpPr>
          <p:nvPr/>
        </p:nvCxnSpPr>
        <p:spPr>
          <a:xfrm flipV="1">
            <a:off x="7525515" y="1498675"/>
            <a:ext cx="660348" cy="24071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F3AE2E9-FE70-B239-2C2A-97CAEA16B1BA}"/>
              </a:ext>
            </a:extLst>
          </p:cNvPr>
          <p:cNvCxnSpPr>
            <a:cxnSpLocks/>
            <a:stCxn id="21" idx="3"/>
            <a:endCxn id="8" idx="1"/>
          </p:cNvCxnSpPr>
          <p:nvPr/>
        </p:nvCxnSpPr>
        <p:spPr>
          <a:xfrm flipV="1">
            <a:off x="7550978" y="1399941"/>
            <a:ext cx="462691" cy="18841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4BBFB8C-C977-D4FA-ED00-FCA363B8CDD6}"/>
              </a:ext>
            </a:extLst>
          </p:cNvPr>
          <p:cNvCxnSpPr>
            <a:cxnSpLocks/>
          </p:cNvCxnSpPr>
          <p:nvPr/>
        </p:nvCxnSpPr>
        <p:spPr>
          <a:xfrm flipV="1">
            <a:off x="6419419" y="1883781"/>
            <a:ext cx="1633927" cy="4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313D41A-6140-335F-0C18-C1D41F78AA58}"/>
              </a:ext>
            </a:extLst>
          </p:cNvPr>
          <p:cNvCxnSpPr>
            <a:cxnSpLocks/>
          </p:cNvCxnSpPr>
          <p:nvPr/>
        </p:nvCxnSpPr>
        <p:spPr>
          <a:xfrm flipH="1">
            <a:off x="6437000" y="2455379"/>
            <a:ext cx="1767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7A46CDE-AAC9-2295-A297-D0AF19F7F3E1}"/>
              </a:ext>
            </a:extLst>
          </p:cNvPr>
          <p:cNvSpPr txBox="1"/>
          <p:nvPr/>
        </p:nvSpPr>
        <p:spPr>
          <a:xfrm>
            <a:off x="1637308" y="1334609"/>
            <a:ext cx="81900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Auth data, User inputs</a:t>
            </a:r>
            <a:endParaRPr lang="en-CA" sz="8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E95FBDF-5EBA-5F07-4CA6-FC57CD90919F}"/>
              </a:ext>
            </a:extLst>
          </p:cNvPr>
          <p:cNvSpPr txBox="1"/>
          <p:nvPr/>
        </p:nvSpPr>
        <p:spPr>
          <a:xfrm>
            <a:off x="1902106" y="2173929"/>
            <a:ext cx="819001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Auth data</a:t>
            </a:r>
            <a:endParaRPr lang="en-CA" sz="8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EB9B74-0D54-E9F4-32EE-7671B318BCB0}"/>
              </a:ext>
            </a:extLst>
          </p:cNvPr>
          <p:cNvSpPr txBox="1"/>
          <p:nvPr/>
        </p:nvSpPr>
        <p:spPr>
          <a:xfrm>
            <a:off x="3281191" y="1670448"/>
            <a:ext cx="630095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Auth data</a:t>
            </a:r>
            <a:endParaRPr lang="en-CA" sz="8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260925-989F-9258-33D2-A4F290581329}"/>
              </a:ext>
            </a:extLst>
          </p:cNvPr>
          <p:cNvSpPr txBox="1"/>
          <p:nvPr/>
        </p:nvSpPr>
        <p:spPr>
          <a:xfrm>
            <a:off x="4087171" y="992014"/>
            <a:ext cx="630095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User inputs, system data</a:t>
            </a:r>
            <a:endParaRPr lang="en-CA" sz="8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1C6426-0B3B-F5FE-BA4D-307B0D40CAC9}"/>
              </a:ext>
            </a:extLst>
          </p:cNvPr>
          <p:cNvSpPr txBox="1"/>
          <p:nvPr/>
        </p:nvSpPr>
        <p:spPr>
          <a:xfrm>
            <a:off x="7156165" y="4173183"/>
            <a:ext cx="89408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Acceptable Auth details</a:t>
            </a:r>
            <a:endParaRPr lang="en-CA" sz="8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D0C3810-0123-6886-F9B4-EE283C34CCEA}"/>
              </a:ext>
            </a:extLst>
          </p:cNvPr>
          <p:cNvSpPr txBox="1"/>
          <p:nvPr/>
        </p:nvSpPr>
        <p:spPr>
          <a:xfrm>
            <a:off x="4605407" y="2146971"/>
            <a:ext cx="53690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Auth Results</a:t>
            </a:r>
            <a:endParaRPr lang="en-CA" sz="8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D34AD3A-62C6-24CC-E98B-AB32AA4E59C7}"/>
              </a:ext>
            </a:extLst>
          </p:cNvPr>
          <p:cNvSpPr txBox="1"/>
          <p:nvPr/>
        </p:nvSpPr>
        <p:spPr>
          <a:xfrm>
            <a:off x="5816813" y="2908433"/>
            <a:ext cx="536901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Events</a:t>
            </a:r>
            <a:endParaRPr lang="en-CA" sz="8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AE8BF09-E3A4-FDC5-1705-F0FBF6AFBBA5}"/>
              </a:ext>
            </a:extLst>
          </p:cNvPr>
          <p:cNvSpPr txBox="1"/>
          <p:nvPr/>
        </p:nvSpPr>
        <p:spPr>
          <a:xfrm>
            <a:off x="5326397" y="3428344"/>
            <a:ext cx="65713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Changes</a:t>
            </a:r>
            <a:endParaRPr lang="en-CA" sz="8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35CDB2F-FA3E-3F5E-CA1F-1F5774A9F942}"/>
              </a:ext>
            </a:extLst>
          </p:cNvPr>
          <p:cNvSpPr txBox="1"/>
          <p:nvPr/>
        </p:nvSpPr>
        <p:spPr>
          <a:xfrm>
            <a:off x="6767101" y="1107795"/>
            <a:ext cx="53690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System Status</a:t>
            </a:r>
            <a:endParaRPr lang="en-CA" sz="8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F3A7985-C714-F5FE-B1EC-17E6073ADCA8}"/>
              </a:ext>
            </a:extLst>
          </p:cNvPr>
          <p:cNvSpPr txBox="1"/>
          <p:nvPr/>
        </p:nvSpPr>
        <p:spPr>
          <a:xfrm>
            <a:off x="6679959" y="1706089"/>
            <a:ext cx="6834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Motor Command</a:t>
            </a:r>
            <a:endParaRPr lang="en-CA" sz="8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5E54DF3-BC87-307F-EC7E-42415B82746C}"/>
              </a:ext>
            </a:extLst>
          </p:cNvPr>
          <p:cNvSpPr txBox="1"/>
          <p:nvPr/>
        </p:nvSpPr>
        <p:spPr>
          <a:xfrm>
            <a:off x="6769201" y="2301109"/>
            <a:ext cx="536901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Cabinet drawer status</a:t>
            </a:r>
            <a:endParaRPr lang="en-CA" sz="800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D66084A-6271-19FD-E286-99C9716ABF0E}"/>
              </a:ext>
            </a:extLst>
          </p:cNvPr>
          <p:cNvSpPr/>
          <p:nvPr/>
        </p:nvSpPr>
        <p:spPr>
          <a:xfrm>
            <a:off x="10447874" y="1020419"/>
            <a:ext cx="1563142" cy="40687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Management System</a:t>
            </a:r>
            <a:endParaRPr lang="en-CA" sz="1000" dirty="0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91E0608-6FD0-8F98-D972-870058D22AF6}"/>
              </a:ext>
            </a:extLst>
          </p:cNvPr>
          <p:cNvSpPr/>
          <p:nvPr/>
        </p:nvSpPr>
        <p:spPr>
          <a:xfrm>
            <a:off x="10447874" y="1671931"/>
            <a:ext cx="1563142" cy="40687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Drawer Motors</a:t>
            </a:r>
            <a:endParaRPr lang="en-CA" sz="1000" dirty="0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9D372EA-EC2D-F744-DA4E-A744C956A31B}"/>
              </a:ext>
            </a:extLst>
          </p:cNvPr>
          <p:cNvSpPr/>
          <p:nvPr/>
        </p:nvSpPr>
        <p:spPr>
          <a:xfrm>
            <a:off x="10447874" y="2246734"/>
            <a:ext cx="1563142" cy="40687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Drawer Sensors</a:t>
            </a:r>
            <a:endParaRPr lang="en-CA" sz="1000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BB3AB26-734D-93B4-6528-B3265A1B624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9587313" y="1897709"/>
            <a:ext cx="860560" cy="6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BBF0BF0-EDDF-0F7C-F9ED-AD9598E43554}"/>
              </a:ext>
            </a:extLst>
          </p:cNvPr>
          <p:cNvCxnSpPr>
            <a:cxnSpLocks/>
          </p:cNvCxnSpPr>
          <p:nvPr/>
        </p:nvCxnSpPr>
        <p:spPr>
          <a:xfrm flipH="1">
            <a:off x="9576811" y="2450169"/>
            <a:ext cx="8432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DCDCE1F-0635-40FC-353D-9EBDEC6753CF}"/>
              </a:ext>
            </a:extLst>
          </p:cNvPr>
          <p:cNvSpPr txBox="1"/>
          <p:nvPr/>
        </p:nvSpPr>
        <p:spPr>
          <a:xfrm>
            <a:off x="7421063" y="2874442"/>
            <a:ext cx="388315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Logs</a:t>
            </a:r>
            <a:endParaRPr lang="en-CA" sz="8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C15E6A4-56ED-1B65-BB7C-DC099E216EA9}"/>
              </a:ext>
            </a:extLst>
          </p:cNvPr>
          <p:cNvSpPr txBox="1"/>
          <p:nvPr/>
        </p:nvSpPr>
        <p:spPr>
          <a:xfrm>
            <a:off x="7633176" y="3483056"/>
            <a:ext cx="65713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Inventory Status</a:t>
            </a:r>
            <a:endParaRPr lang="en-CA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045F6-506A-6E17-DD6E-370546D83DA3}"/>
              </a:ext>
            </a:extLst>
          </p:cNvPr>
          <p:cNvSpPr txBox="1"/>
          <p:nvPr/>
        </p:nvSpPr>
        <p:spPr>
          <a:xfrm>
            <a:off x="5142308" y="591312"/>
            <a:ext cx="291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ADC Control Software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56557-3BFD-7D7C-040A-5BAE71F13435}"/>
              </a:ext>
            </a:extLst>
          </p:cNvPr>
          <p:cNvSpPr txBox="1"/>
          <p:nvPr/>
        </p:nvSpPr>
        <p:spPr>
          <a:xfrm>
            <a:off x="9820616" y="973651"/>
            <a:ext cx="49028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System Status, Logs, Inventory</a:t>
            </a:r>
            <a:endParaRPr lang="en-CA" sz="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7D378-4BD7-36F8-88FF-905B440F3EDA}"/>
              </a:ext>
            </a:extLst>
          </p:cNvPr>
          <p:cNvSpPr txBox="1"/>
          <p:nvPr/>
        </p:nvSpPr>
        <p:spPr>
          <a:xfrm>
            <a:off x="9869283" y="1781384"/>
            <a:ext cx="385727" cy="24622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Motor Timing</a:t>
            </a:r>
            <a:endParaRPr lang="en-CA" sz="5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851507-A7D0-FE9C-BB06-3B47651E441A}"/>
              </a:ext>
            </a:extLst>
          </p:cNvPr>
          <p:cNvSpPr txBox="1"/>
          <p:nvPr/>
        </p:nvSpPr>
        <p:spPr>
          <a:xfrm>
            <a:off x="9875973" y="2294160"/>
            <a:ext cx="385727" cy="24622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" dirty="0"/>
              <a:t>Drawer State</a:t>
            </a:r>
            <a:endParaRPr lang="en-CA" sz="5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82F793-6B5B-1697-6777-2DE8FAABC4E5}"/>
              </a:ext>
            </a:extLst>
          </p:cNvPr>
          <p:cNvSpPr txBox="1"/>
          <p:nvPr/>
        </p:nvSpPr>
        <p:spPr>
          <a:xfrm>
            <a:off x="10215089" y="677869"/>
            <a:ext cx="20633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ADC management System</a:t>
            </a:r>
            <a:endParaRPr lang="en-CA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2F41DD-4863-FEE6-0563-2BD0BCC198B1}"/>
              </a:ext>
            </a:extLst>
          </p:cNvPr>
          <p:cNvSpPr txBox="1"/>
          <p:nvPr/>
        </p:nvSpPr>
        <p:spPr>
          <a:xfrm>
            <a:off x="10215088" y="2700284"/>
            <a:ext cx="20633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ADC Hardware</a:t>
            </a:r>
            <a:endParaRPr lang="en-CA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BD50D4-B5B8-6512-BC3E-F1B807726D9E}"/>
              </a:ext>
            </a:extLst>
          </p:cNvPr>
          <p:cNvSpPr txBox="1"/>
          <p:nvPr/>
        </p:nvSpPr>
        <p:spPr>
          <a:xfrm>
            <a:off x="8237674" y="6223323"/>
            <a:ext cx="274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level architecture</a:t>
            </a:r>
            <a:endParaRPr lang="en-CA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C4BCA3A-8923-49A6-B73C-BDA5DA2FA723}"/>
              </a:ext>
            </a:extLst>
          </p:cNvPr>
          <p:cNvSpPr/>
          <p:nvPr/>
        </p:nvSpPr>
        <p:spPr>
          <a:xfrm>
            <a:off x="340417" y="854522"/>
            <a:ext cx="1046747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Maintenance Technician</a:t>
            </a:r>
            <a:endParaRPr lang="en-CA" sz="1000" dirty="0"/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ED3F55EB-2C10-3CEE-13E0-7D3A144FAE06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1387164" y="1039188"/>
            <a:ext cx="1333943" cy="1345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432BA31-32BC-7A4A-A68A-4410BC289609}"/>
              </a:ext>
            </a:extLst>
          </p:cNvPr>
          <p:cNvSpPr txBox="1"/>
          <p:nvPr/>
        </p:nvSpPr>
        <p:spPr>
          <a:xfrm>
            <a:off x="1627542" y="746656"/>
            <a:ext cx="81900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Auth data, User inputs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68375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E8E52-3B63-7C40-7624-4161B948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DCFFBB14-2C5F-E949-37AB-1A72633E9BFB}"/>
              </a:ext>
            </a:extLst>
          </p:cNvPr>
          <p:cNvSpPr txBox="1"/>
          <p:nvPr/>
        </p:nvSpPr>
        <p:spPr>
          <a:xfrm>
            <a:off x="9674000" y="6534329"/>
            <a:ext cx="274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level UML diagram</a:t>
            </a:r>
            <a:endParaRPr lang="en-CA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5A90C0-F780-A78A-9CCB-5C212CC4983E}"/>
              </a:ext>
            </a:extLst>
          </p:cNvPr>
          <p:cNvSpPr/>
          <p:nvPr/>
        </p:nvSpPr>
        <p:spPr>
          <a:xfrm>
            <a:off x="4304130" y="881069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8A054D-E6F0-6D48-6C09-A21739E596A7}"/>
              </a:ext>
            </a:extLst>
          </p:cNvPr>
          <p:cNvCxnSpPr>
            <a:cxnSpLocks/>
          </p:cNvCxnSpPr>
          <p:nvPr/>
        </p:nvCxnSpPr>
        <p:spPr>
          <a:xfrm>
            <a:off x="4304130" y="1315281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1185E6-386B-BA5F-1C60-8AA33B1B7E07}"/>
              </a:ext>
            </a:extLst>
          </p:cNvPr>
          <p:cNvSpPr txBox="1"/>
          <p:nvPr/>
        </p:nvSpPr>
        <p:spPr>
          <a:xfrm>
            <a:off x="4358333" y="855946"/>
            <a:ext cx="1550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Cabinet Controller</a:t>
            </a:r>
            <a:endParaRPr lang="en-CA" sz="12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DDE4D7-C947-2B5B-442F-7F0FF7530403}"/>
              </a:ext>
            </a:extLst>
          </p:cNvPr>
          <p:cNvCxnSpPr>
            <a:cxnSpLocks/>
          </p:cNvCxnSpPr>
          <p:nvPr/>
        </p:nvCxnSpPr>
        <p:spPr>
          <a:xfrm>
            <a:off x="4304130" y="1792342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4E3F83-F12A-4418-E66A-8F68A44C646D}"/>
              </a:ext>
            </a:extLst>
          </p:cNvPr>
          <p:cNvSpPr txBox="1"/>
          <p:nvPr/>
        </p:nvSpPr>
        <p:spPr>
          <a:xfrm>
            <a:off x="4358334" y="1401194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727DEC-7884-F0C2-2418-868FD884EB49}"/>
              </a:ext>
            </a:extLst>
          </p:cNvPr>
          <p:cNvSpPr/>
          <p:nvPr/>
        </p:nvSpPr>
        <p:spPr>
          <a:xfrm>
            <a:off x="8240892" y="210388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6AB528-62C0-F4EF-86FA-1780752DD707}"/>
              </a:ext>
            </a:extLst>
          </p:cNvPr>
          <p:cNvCxnSpPr>
            <a:cxnSpLocks/>
          </p:cNvCxnSpPr>
          <p:nvPr/>
        </p:nvCxnSpPr>
        <p:spPr>
          <a:xfrm>
            <a:off x="8264761" y="812942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7F04FB1-170D-7A0D-8148-C56E4B7515F0}"/>
              </a:ext>
            </a:extLst>
          </p:cNvPr>
          <p:cNvCxnSpPr>
            <a:cxnSpLocks/>
          </p:cNvCxnSpPr>
          <p:nvPr/>
        </p:nvCxnSpPr>
        <p:spPr>
          <a:xfrm>
            <a:off x="8240892" y="1192178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4600537-5AFF-5990-C787-6C6BD23CDF0B}"/>
              </a:ext>
            </a:extLst>
          </p:cNvPr>
          <p:cNvSpPr txBox="1"/>
          <p:nvPr/>
        </p:nvSpPr>
        <p:spPr>
          <a:xfrm>
            <a:off x="8295096" y="730513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21A97B-E2BD-6CDE-73AB-07D60F3F2D36}"/>
              </a:ext>
            </a:extLst>
          </p:cNvPr>
          <p:cNvSpPr txBox="1"/>
          <p:nvPr/>
        </p:nvSpPr>
        <p:spPr>
          <a:xfrm>
            <a:off x="4990214" y="2111877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8A5FFF-9F5D-56EC-6018-2B2F33F5269E}"/>
              </a:ext>
            </a:extLst>
          </p:cNvPr>
          <p:cNvSpPr/>
          <p:nvPr/>
        </p:nvSpPr>
        <p:spPr>
          <a:xfrm>
            <a:off x="501991" y="3037975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35E47F-423B-E8A7-B5F8-7109FBAFD1CC}"/>
              </a:ext>
            </a:extLst>
          </p:cNvPr>
          <p:cNvCxnSpPr>
            <a:cxnSpLocks/>
          </p:cNvCxnSpPr>
          <p:nvPr/>
        </p:nvCxnSpPr>
        <p:spPr>
          <a:xfrm>
            <a:off x="501991" y="3472187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8A5FD92-5F55-2FB8-4897-43FC53EF4542}"/>
              </a:ext>
            </a:extLst>
          </p:cNvPr>
          <p:cNvSpPr txBox="1"/>
          <p:nvPr/>
        </p:nvSpPr>
        <p:spPr>
          <a:xfrm>
            <a:off x="679721" y="3092188"/>
            <a:ext cx="1382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Authenticator</a:t>
            </a:r>
            <a:endParaRPr lang="en-CA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34D4E96-C73D-BF67-4097-DAE62FC83BC2}"/>
              </a:ext>
            </a:extLst>
          </p:cNvPr>
          <p:cNvCxnSpPr>
            <a:cxnSpLocks/>
          </p:cNvCxnSpPr>
          <p:nvPr/>
        </p:nvCxnSpPr>
        <p:spPr>
          <a:xfrm>
            <a:off x="501991" y="3936085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AF05F8E-8995-D216-F5AB-3768E40F809B}"/>
              </a:ext>
            </a:extLst>
          </p:cNvPr>
          <p:cNvSpPr txBox="1"/>
          <p:nvPr/>
        </p:nvSpPr>
        <p:spPr>
          <a:xfrm>
            <a:off x="556195" y="3558100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A9FF6D-C3A8-AE91-2D64-8D338DA0868C}"/>
              </a:ext>
            </a:extLst>
          </p:cNvPr>
          <p:cNvSpPr txBox="1"/>
          <p:nvPr/>
        </p:nvSpPr>
        <p:spPr>
          <a:xfrm>
            <a:off x="598739" y="3962661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A23358-AD98-2465-4C0F-A90BADC0F0BB}"/>
              </a:ext>
            </a:extLst>
          </p:cNvPr>
          <p:cNvSpPr txBox="1"/>
          <p:nvPr/>
        </p:nvSpPr>
        <p:spPr>
          <a:xfrm>
            <a:off x="8227783" y="255782"/>
            <a:ext cx="16520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External Communication Driver</a:t>
            </a:r>
            <a:endParaRPr lang="en-CA" sz="1100" dirty="0"/>
          </a:p>
          <a:p>
            <a:pPr algn="ctr"/>
            <a:endParaRPr lang="en-CA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EB962B-D557-B666-C787-6DB72175DAA6}"/>
              </a:ext>
            </a:extLst>
          </p:cNvPr>
          <p:cNvSpPr/>
          <p:nvPr/>
        </p:nvSpPr>
        <p:spPr>
          <a:xfrm>
            <a:off x="501991" y="817169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B82F4D-B85D-EE12-5E61-7738F5F5489D}"/>
              </a:ext>
            </a:extLst>
          </p:cNvPr>
          <p:cNvCxnSpPr>
            <a:cxnSpLocks/>
          </p:cNvCxnSpPr>
          <p:nvPr/>
        </p:nvCxnSpPr>
        <p:spPr>
          <a:xfrm>
            <a:off x="501991" y="1251381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B008EF-2003-CFD0-1D4A-24F07448F295}"/>
              </a:ext>
            </a:extLst>
          </p:cNvPr>
          <p:cNvCxnSpPr>
            <a:cxnSpLocks/>
          </p:cNvCxnSpPr>
          <p:nvPr/>
        </p:nvCxnSpPr>
        <p:spPr>
          <a:xfrm>
            <a:off x="518001" y="1725887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AF711E-FFC0-9794-F792-D4A1E6966FCC}"/>
              </a:ext>
            </a:extLst>
          </p:cNvPr>
          <p:cNvSpPr txBox="1"/>
          <p:nvPr/>
        </p:nvSpPr>
        <p:spPr>
          <a:xfrm>
            <a:off x="556195" y="1337294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6BE24F-B2C0-CB76-92C9-2F916F61C0BC}"/>
              </a:ext>
            </a:extLst>
          </p:cNvPr>
          <p:cNvSpPr txBox="1"/>
          <p:nvPr/>
        </p:nvSpPr>
        <p:spPr>
          <a:xfrm>
            <a:off x="463797" y="915437"/>
            <a:ext cx="1652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Graphic User Interface</a:t>
            </a:r>
            <a:endParaRPr lang="en-CA" sz="1100" dirty="0"/>
          </a:p>
          <a:p>
            <a:pPr algn="ctr"/>
            <a:endParaRPr lang="en-CA" sz="11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F0F6EB9-872C-8F84-0864-2A987006099D}"/>
              </a:ext>
            </a:extLst>
          </p:cNvPr>
          <p:cNvSpPr/>
          <p:nvPr/>
        </p:nvSpPr>
        <p:spPr>
          <a:xfrm>
            <a:off x="3352678" y="3979678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84DFE2-696A-57AB-7226-AF7F64B39C71}"/>
              </a:ext>
            </a:extLst>
          </p:cNvPr>
          <p:cNvCxnSpPr>
            <a:cxnSpLocks/>
          </p:cNvCxnSpPr>
          <p:nvPr/>
        </p:nvCxnSpPr>
        <p:spPr>
          <a:xfrm>
            <a:off x="3352678" y="4413890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9AA59D6-8591-360D-253D-0EC8CF227811}"/>
              </a:ext>
            </a:extLst>
          </p:cNvPr>
          <p:cNvCxnSpPr>
            <a:cxnSpLocks/>
          </p:cNvCxnSpPr>
          <p:nvPr/>
        </p:nvCxnSpPr>
        <p:spPr>
          <a:xfrm>
            <a:off x="3362223" y="4899004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22F5323-498A-105E-0C3A-2D000BC67C18}"/>
              </a:ext>
            </a:extLst>
          </p:cNvPr>
          <p:cNvSpPr txBox="1"/>
          <p:nvPr/>
        </p:nvSpPr>
        <p:spPr>
          <a:xfrm>
            <a:off x="3406882" y="4499803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6506CE-537E-7F3A-D274-B0FB0A1CE393}"/>
              </a:ext>
            </a:extLst>
          </p:cNvPr>
          <p:cNvSpPr txBox="1"/>
          <p:nvPr/>
        </p:nvSpPr>
        <p:spPr>
          <a:xfrm>
            <a:off x="3314484" y="4077946"/>
            <a:ext cx="1652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Event Logger</a:t>
            </a:r>
            <a:endParaRPr lang="en-CA" sz="1100" dirty="0"/>
          </a:p>
          <a:p>
            <a:pPr algn="ctr"/>
            <a:endParaRPr lang="en-CA" sz="11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7C6AA3D-3CBC-CBC5-D6B3-E96203777F18}"/>
              </a:ext>
            </a:extLst>
          </p:cNvPr>
          <p:cNvSpPr/>
          <p:nvPr/>
        </p:nvSpPr>
        <p:spPr>
          <a:xfrm>
            <a:off x="5621245" y="4019765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5BB44A6-316F-50B4-4334-EC51BF916D5A}"/>
              </a:ext>
            </a:extLst>
          </p:cNvPr>
          <p:cNvCxnSpPr>
            <a:cxnSpLocks/>
          </p:cNvCxnSpPr>
          <p:nvPr/>
        </p:nvCxnSpPr>
        <p:spPr>
          <a:xfrm>
            <a:off x="5621245" y="4453977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FB97036-3063-99DC-51CD-2605051628AF}"/>
              </a:ext>
            </a:extLst>
          </p:cNvPr>
          <p:cNvCxnSpPr>
            <a:cxnSpLocks/>
          </p:cNvCxnSpPr>
          <p:nvPr/>
        </p:nvCxnSpPr>
        <p:spPr>
          <a:xfrm>
            <a:off x="5630790" y="4779028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70AA2542-FF2A-5A1E-9340-69947DE6D199}"/>
              </a:ext>
            </a:extLst>
          </p:cNvPr>
          <p:cNvSpPr txBox="1"/>
          <p:nvPr/>
        </p:nvSpPr>
        <p:spPr>
          <a:xfrm>
            <a:off x="5675449" y="4539890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602D170-4A7C-8E74-C748-8D791A64B7A4}"/>
              </a:ext>
            </a:extLst>
          </p:cNvPr>
          <p:cNvSpPr txBox="1"/>
          <p:nvPr/>
        </p:nvSpPr>
        <p:spPr>
          <a:xfrm>
            <a:off x="8291878" y="2111877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21EFB5D-7CF7-689D-647C-8E8620D7B5CE}"/>
              </a:ext>
            </a:extLst>
          </p:cNvPr>
          <p:cNvSpPr txBox="1"/>
          <p:nvPr/>
        </p:nvSpPr>
        <p:spPr>
          <a:xfrm>
            <a:off x="5583051" y="4118033"/>
            <a:ext cx="1652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Inventory Tracker </a:t>
            </a:r>
            <a:endParaRPr lang="en-CA" sz="1100" dirty="0"/>
          </a:p>
          <a:p>
            <a:pPr algn="ctr"/>
            <a:endParaRPr lang="en-CA" sz="11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5D90EAD-EC43-8909-EC1C-3C79BCA62D3F}"/>
              </a:ext>
            </a:extLst>
          </p:cNvPr>
          <p:cNvSpPr/>
          <p:nvPr/>
        </p:nvSpPr>
        <p:spPr>
          <a:xfrm>
            <a:off x="8265977" y="3699277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91E300C-0EAE-62B7-4E7E-AE168107F73C}"/>
              </a:ext>
            </a:extLst>
          </p:cNvPr>
          <p:cNvCxnSpPr>
            <a:cxnSpLocks/>
          </p:cNvCxnSpPr>
          <p:nvPr/>
        </p:nvCxnSpPr>
        <p:spPr>
          <a:xfrm>
            <a:off x="8265977" y="4133489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BE4F09B-68B0-97F4-2662-3F113F077053}"/>
              </a:ext>
            </a:extLst>
          </p:cNvPr>
          <p:cNvCxnSpPr>
            <a:cxnSpLocks/>
          </p:cNvCxnSpPr>
          <p:nvPr/>
        </p:nvCxnSpPr>
        <p:spPr>
          <a:xfrm>
            <a:off x="8275522" y="4618603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F3821C8-2BB3-F02E-9C9D-121C30921E41}"/>
              </a:ext>
            </a:extLst>
          </p:cNvPr>
          <p:cNvSpPr txBox="1"/>
          <p:nvPr/>
        </p:nvSpPr>
        <p:spPr>
          <a:xfrm>
            <a:off x="8320181" y="4219402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D6E00FB-7FBB-7438-CE90-7E2855954645}"/>
              </a:ext>
            </a:extLst>
          </p:cNvPr>
          <p:cNvSpPr txBox="1"/>
          <p:nvPr/>
        </p:nvSpPr>
        <p:spPr>
          <a:xfrm>
            <a:off x="8227783" y="3797545"/>
            <a:ext cx="16520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Cabinet Sensors Driver</a:t>
            </a:r>
            <a:endParaRPr lang="en-CA" sz="1100" dirty="0"/>
          </a:p>
          <a:p>
            <a:pPr algn="ctr"/>
            <a:endParaRPr lang="en-CA" sz="1100" dirty="0"/>
          </a:p>
          <a:p>
            <a:pPr algn="ctr"/>
            <a:endParaRPr lang="en-CA" sz="1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AB22E1-EA1C-B575-777F-694116D03431}"/>
              </a:ext>
            </a:extLst>
          </p:cNvPr>
          <p:cNvSpPr/>
          <p:nvPr/>
        </p:nvSpPr>
        <p:spPr>
          <a:xfrm>
            <a:off x="8265977" y="1964344"/>
            <a:ext cx="1604267" cy="1377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54AE36-50A8-8B53-BEA6-8DF140762CCE}"/>
              </a:ext>
            </a:extLst>
          </p:cNvPr>
          <p:cNvCxnSpPr>
            <a:cxnSpLocks/>
          </p:cNvCxnSpPr>
          <p:nvPr/>
        </p:nvCxnSpPr>
        <p:spPr>
          <a:xfrm>
            <a:off x="8265977" y="2398556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0F0501-3418-B51D-0D18-2DBC5C139C3F}"/>
              </a:ext>
            </a:extLst>
          </p:cNvPr>
          <p:cNvCxnSpPr>
            <a:cxnSpLocks/>
          </p:cNvCxnSpPr>
          <p:nvPr/>
        </p:nvCxnSpPr>
        <p:spPr>
          <a:xfrm>
            <a:off x="8275522" y="2883670"/>
            <a:ext cx="160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9824AAE-86A4-CFF4-CFA8-38F56E0AFA56}"/>
              </a:ext>
            </a:extLst>
          </p:cNvPr>
          <p:cNvSpPr txBox="1"/>
          <p:nvPr/>
        </p:nvSpPr>
        <p:spPr>
          <a:xfrm>
            <a:off x="8320181" y="2484469"/>
            <a:ext cx="138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CA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4A0E2-B51C-614B-3ECC-922720C33BB8}"/>
              </a:ext>
            </a:extLst>
          </p:cNvPr>
          <p:cNvSpPr txBox="1"/>
          <p:nvPr/>
        </p:nvSpPr>
        <p:spPr>
          <a:xfrm>
            <a:off x="8227783" y="2062612"/>
            <a:ext cx="16520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Cabinet motor Driver</a:t>
            </a:r>
            <a:endParaRPr lang="en-CA" sz="1100" dirty="0"/>
          </a:p>
          <a:p>
            <a:pPr algn="ctr"/>
            <a:endParaRPr lang="en-CA" sz="1100" dirty="0"/>
          </a:p>
          <a:p>
            <a:pPr algn="ctr"/>
            <a:endParaRPr lang="en-CA" sz="11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F663DB-79FA-6B8F-F44F-6060EF0329AC}"/>
              </a:ext>
            </a:extLst>
          </p:cNvPr>
          <p:cNvCxnSpPr>
            <a:stCxn id="62" idx="3"/>
          </p:cNvCxnSpPr>
          <p:nvPr/>
        </p:nvCxnSpPr>
        <p:spPr>
          <a:xfrm>
            <a:off x="2115803" y="1130881"/>
            <a:ext cx="2188327" cy="206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DD81A9-7EC4-8E21-42D6-3138D84D5318}"/>
              </a:ext>
            </a:extLst>
          </p:cNvPr>
          <p:cNvCxnSpPr>
            <a:stCxn id="54" idx="2"/>
            <a:endCxn id="38" idx="0"/>
          </p:cNvCxnSpPr>
          <p:nvPr/>
        </p:nvCxnSpPr>
        <p:spPr>
          <a:xfrm>
            <a:off x="1304125" y="2194662"/>
            <a:ext cx="0" cy="843313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080FF3-93BB-8FFB-C698-CFAA487E015D}"/>
              </a:ext>
            </a:extLst>
          </p:cNvPr>
          <p:cNvCxnSpPr>
            <a:cxnSpLocks/>
          </p:cNvCxnSpPr>
          <p:nvPr/>
        </p:nvCxnSpPr>
        <p:spPr>
          <a:xfrm flipV="1">
            <a:off x="5901932" y="1118675"/>
            <a:ext cx="876373" cy="1014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146CA4-6CEC-C519-3B36-EE43BB66642D}"/>
              </a:ext>
            </a:extLst>
          </p:cNvPr>
          <p:cNvCxnSpPr>
            <a:cxnSpLocks/>
          </p:cNvCxnSpPr>
          <p:nvPr/>
        </p:nvCxnSpPr>
        <p:spPr>
          <a:xfrm flipV="1">
            <a:off x="6778305" y="545723"/>
            <a:ext cx="1442923" cy="1014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1C2D05-A84A-71B0-3743-7221C91C3127}"/>
              </a:ext>
            </a:extLst>
          </p:cNvPr>
          <p:cNvCxnSpPr>
            <a:cxnSpLocks/>
          </p:cNvCxnSpPr>
          <p:nvPr/>
        </p:nvCxnSpPr>
        <p:spPr>
          <a:xfrm>
            <a:off x="6780218" y="569253"/>
            <a:ext cx="7919" cy="55449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0B7E73-0EAA-FE37-688E-EB796493B905}"/>
              </a:ext>
            </a:extLst>
          </p:cNvPr>
          <p:cNvCxnSpPr>
            <a:cxnSpLocks/>
          </p:cNvCxnSpPr>
          <p:nvPr/>
        </p:nvCxnSpPr>
        <p:spPr>
          <a:xfrm flipV="1">
            <a:off x="5901931" y="1477362"/>
            <a:ext cx="1842816" cy="507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00A574-1640-BA2E-6FC6-626E6FF69B07}"/>
              </a:ext>
            </a:extLst>
          </p:cNvPr>
          <p:cNvCxnSpPr>
            <a:cxnSpLocks/>
          </p:cNvCxnSpPr>
          <p:nvPr/>
        </p:nvCxnSpPr>
        <p:spPr>
          <a:xfrm flipV="1">
            <a:off x="7763844" y="2184521"/>
            <a:ext cx="492588" cy="162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ADA5EE-E166-B6F0-BC81-18AC63C424D1}"/>
              </a:ext>
            </a:extLst>
          </p:cNvPr>
          <p:cNvCxnSpPr>
            <a:cxnSpLocks/>
          </p:cNvCxnSpPr>
          <p:nvPr/>
        </p:nvCxnSpPr>
        <p:spPr>
          <a:xfrm>
            <a:off x="7735541" y="1505915"/>
            <a:ext cx="9206" cy="67860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6E86F5-3F41-2D32-7768-BAB059A8239D}"/>
              </a:ext>
            </a:extLst>
          </p:cNvPr>
          <p:cNvCxnSpPr>
            <a:cxnSpLocks/>
          </p:cNvCxnSpPr>
          <p:nvPr/>
        </p:nvCxnSpPr>
        <p:spPr>
          <a:xfrm flipV="1">
            <a:off x="7632823" y="4006753"/>
            <a:ext cx="614057" cy="500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01986FD-D77A-2DB1-9DF8-21C37CB7DEC5}"/>
              </a:ext>
            </a:extLst>
          </p:cNvPr>
          <p:cNvCxnSpPr>
            <a:cxnSpLocks/>
          </p:cNvCxnSpPr>
          <p:nvPr/>
        </p:nvCxnSpPr>
        <p:spPr>
          <a:xfrm>
            <a:off x="7632823" y="1792342"/>
            <a:ext cx="9548" cy="218930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06AC88-6DEC-D83A-E0DC-F1D007D76E29}"/>
              </a:ext>
            </a:extLst>
          </p:cNvPr>
          <p:cNvCxnSpPr>
            <a:cxnSpLocks/>
          </p:cNvCxnSpPr>
          <p:nvPr/>
        </p:nvCxnSpPr>
        <p:spPr>
          <a:xfrm>
            <a:off x="5903754" y="1801967"/>
            <a:ext cx="1738617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181F81E-85D2-A255-A207-F2F2F455D2D3}"/>
              </a:ext>
            </a:extLst>
          </p:cNvPr>
          <p:cNvCxnSpPr>
            <a:cxnSpLocks/>
          </p:cNvCxnSpPr>
          <p:nvPr/>
        </p:nvCxnSpPr>
        <p:spPr>
          <a:xfrm>
            <a:off x="4462246" y="2258562"/>
            <a:ext cx="0" cy="172111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9258E5-2DCA-6D91-40C0-63B75BBF81AA}"/>
              </a:ext>
            </a:extLst>
          </p:cNvPr>
          <p:cNvCxnSpPr>
            <a:cxnSpLocks/>
          </p:cNvCxnSpPr>
          <p:nvPr/>
        </p:nvCxnSpPr>
        <p:spPr>
          <a:xfrm>
            <a:off x="5766324" y="2298649"/>
            <a:ext cx="0" cy="172111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98C9EC4-85A6-1BA5-E60D-2CCE8664F0F5}"/>
              </a:ext>
            </a:extLst>
          </p:cNvPr>
          <p:cNvCxnSpPr>
            <a:cxnSpLocks/>
            <a:stCxn id="84" idx="2"/>
            <a:endCxn id="30" idx="3"/>
          </p:cNvCxnSpPr>
          <p:nvPr/>
        </p:nvCxnSpPr>
        <p:spPr>
          <a:xfrm rot="5400000" flipH="1" flipV="1">
            <a:off x="5885207" y="1437307"/>
            <a:ext cx="4498123" cy="3421780"/>
          </a:xfrm>
          <a:prstGeom prst="bentConnector4">
            <a:avLst>
              <a:gd name="adj1" fmla="val -5082"/>
              <a:gd name="adj2" fmla="val 10668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8F84ACD-E289-5441-552E-0E873C0C119F}"/>
              </a:ext>
            </a:extLst>
          </p:cNvPr>
          <p:cNvCxnSpPr>
            <a:cxnSpLocks/>
            <a:stCxn id="64" idx="2"/>
            <a:endCxn id="50" idx="3"/>
          </p:cNvCxnSpPr>
          <p:nvPr/>
        </p:nvCxnSpPr>
        <p:spPr>
          <a:xfrm rot="5400000" flipH="1" flipV="1">
            <a:off x="4616646" y="94029"/>
            <a:ext cx="4801307" cy="5724977"/>
          </a:xfrm>
          <a:prstGeom prst="bentConnector4">
            <a:avLst>
              <a:gd name="adj1" fmla="val -10352"/>
              <a:gd name="adj2" fmla="val 10882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31FA6AE2-A395-A8BA-93B7-DC991836D5AC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 flipH="1" flipV="1">
            <a:off x="3545559" y="-1875273"/>
            <a:ext cx="4043840" cy="8555358"/>
          </a:xfrm>
          <a:prstGeom prst="bentConnector4">
            <a:avLst>
              <a:gd name="adj1" fmla="val -42164"/>
              <a:gd name="adj2" fmla="val 11199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AC6131BB-ED01-0103-5188-0B53974E75F6}"/>
              </a:ext>
            </a:extLst>
          </p:cNvPr>
          <p:cNvSpPr/>
          <p:nvPr/>
        </p:nvSpPr>
        <p:spPr>
          <a:xfrm rot="8035338">
            <a:off x="4388457" y="2289921"/>
            <a:ext cx="145544" cy="1455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33BCE7E-51A1-E84D-B384-9BD68FEC3D4F}"/>
              </a:ext>
            </a:extLst>
          </p:cNvPr>
          <p:cNvSpPr/>
          <p:nvPr/>
        </p:nvSpPr>
        <p:spPr>
          <a:xfrm rot="8035338">
            <a:off x="5700799" y="2318337"/>
            <a:ext cx="145544" cy="1455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B5BB5D6-A665-F50D-1672-5C8D270C2AC6}"/>
              </a:ext>
            </a:extLst>
          </p:cNvPr>
          <p:cNvSpPr/>
          <p:nvPr/>
        </p:nvSpPr>
        <p:spPr>
          <a:xfrm rot="8035338">
            <a:off x="5941634" y="1735882"/>
            <a:ext cx="145544" cy="1455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5A14ADC-6F62-683C-C6B7-BEEC77BB3697}"/>
              </a:ext>
            </a:extLst>
          </p:cNvPr>
          <p:cNvSpPr/>
          <p:nvPr/>
        </p:nvSpPr>
        <p:spPr>
          <a:xfrm rot="8035338">
            <a:off x="5928299" y="1425799"/>
            <a:ext cx="145544" cy="1455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395B63D-AB44-A2B5-32ED-DC1CF619BA38}"/>
              </a:ext>
            </a:extLst>
          </p:cNvPr>
          <p:cNvSpPr/>
          <p:nvPr/>
        </p:nvSpPr>
        <p:spPr>
          <a:xfrm rot="8035338">
            <a:off x="5914149" y="1059141"/>
            <a:ext cx="145544" cy="1455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CC79128D-6749-F4BB-C2D1-5C34E39C419B}"/>
              </a:ext>
            </a:extLst>
          </p:cNvPr>
          <p:cNvCxnSpPr>
            <a:stCxn id="40" idx="3"/>
            <a:endCxn id="11" idx="1"/>
          </p:cNvCxnSpPr>
          <p:nvPr/>
        </p:nvCxnSpPr>
        <p:spPr>
          <a:xfrm flipV="1">
            <a:off x="2061843" y="1569816"/>
            <a:ext cx="2242287" cy="166087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928DF7A-C821-F7E1-B1AF-51251DA05934}"/>
              </a:ext>
            </a:extLst>
          </p:cNvPr>
          <p:cNvSpPr/>
          <p:nvPr/>
        </p:nvSpPr>
        <p:spPr>
          <a:xfrm rot="8035338">
            <a:off x="4116275" y="1501573"/>
            <a:ext cx="145544" cy="1455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6D77E5-1DCD-4B21-00C4-C60E8C8B7F20}"/>
              </a:ext>
            </a:extLst>
          </p:cNvPr>
          <p:cNvSpPr txBox="1"/>
          <p:nvPr/>
        </p:nvSpPr>
        <p:spPr>
          <a:xfrm>
            <a:off x="2882928" y="2307706"/>
            <a:ext cx="53690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Auth Results</a:t>
            </a:r>
            <a:endParaRPr lang="en-CA" sz="8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E6543F-78C7-8528-7B11-31D66DC8C5EC}"/>
              </a:ext>
            </a:extLst>
          </p:cNvPr>
          <p:cNvSpPr txBox="1"/>
          <p:nvPr/>
        </p:nvSpPr>
        <p:spPr>
          <a:xfrm>
            <a:off x="2458399" y="649841"/>
            <a:ext cx="630095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User inputs, Current State, Current inventory</a:t>
            </a:r>
            <a:endParaRPr lang="en-CA" sz="8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77FFE0A-6EB4-50E8-7FC4-398F142E7602}"/>
              </a:ext>
            </a:extLst>
          </p:cNvPr>
          <p:cNvSpPr txBox="1"/>
          <p:nvPr/>
        </p:nvSpPr>
        <p:spPr>
          <a:xfrm>
            <a:off x="4205146" y="3067289"/>
            <a:ext cx="536901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Events</a:t>
            </a:r>
            <a:endParaRPr lang="en-CA" sz="8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B30F000-4B37-C5F4-2339-70A58F18C7FF}"/>
              </a:ext>
            </a:extLst>
          </p:cNvPr>
          <p:cNvSpPr txBox="1"/>
          <p:nvPr/>
        </p:nvSpPr>
        <p:spPr>
          <a:xfrm>
            <a:off x="5433392" y="3067289"/>
            <a:ext cx="65713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Changes</a:t>
            </a:r>
            <a:endParaRPr lang="en-CA" sz="8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FAAD9C6-BF06-8AF0-59DB-92B7E89DBA34}"/>
              </a:ext>
            </a:extLst>
          </p:cNvPr>
          <p:cNvSpPr txBox="1"/>
          <p:nvPr/>
        </p:nvSpPr>
        <p:spPr>
          <a:xfrm>
            <a:off x="963663" y="2394422"/>
            <a:ext cx="630095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User input Auth data</a:t>
            </a:r>
            <a:endParaRPr lang="en-CA" sz="8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93F5ACA-CDF8-4D71-7490-653BC954E77E}"/>
              </a:ext>
            </a:extLst>
          </p:cNvPr>
          <p:cNvSpPr txBox="1"/>
          <p:nvPr/>
        </p:nvSpPr>
        <p:spPr>
          <a:xfrm>
            <a:off x="7499766" y="5420742"/>
            <a:ext cx="65713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Inventory Status</a:t>
            </a:r>
            <a:endParaRPr lang="en-CA" sz="8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58B7C19-5908-1D1E-4158-6CD8B54B0E0B}"/>
              </a:ext>
            </a:extLst>
          </p:cNvPr>
          <p:cNvSpPr txBox="1"/>
          <p:nvPr/>
        </p:nvSpPr>
        <p:spPr>
          <a:xfrm>
            <a:off x="6612956" y="387549"/>
            <a:ext cx="53690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System Status</a:t>
            </a:r>
            <a:endParaRPr lang="en-CA" sz="8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D13D276-6C52-1761-E5DC-A0D5371D3CA0}"/>
              </a:ext>
            </a:extLst>
          </p:cNvPr>
          <p:cNvSpPr txBox="1"/>
          <p:nvPr/>
        </p:nvSpPr>
        <p:spPr>
          <a:xfrm>
            <a:off x="6620582" y="1329779"/>
            <a:ext cx="6834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Motor Command</a:t>
            </a:r>
            <a:endParaRPr lang="en-CA" sz="8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C35CD54-2A26-5592-E624-E6E74DE86553}"/>
              </a:ext>
            </a:extLst>
          </p:cNvPr>
          <p:cNvSpPr txBox="1"/>
          <p:nvPr/>
        </p:nvSpPr>
        <p:spPr>
          <a:xfrm>
            <a:off x="7357716" y="2513760"/>
            <a:ext cx="536901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Cabinet drawer status</a:t>
            </a:r>
            <a:endParaRPr lang="en-CA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EB6DA42-7D0D-C8AB-2168-D3B654CF4DC8}"/>
              </a:ext>
            </a:extLst>
          </p:cNvPr>
          <p:cNvSpPr txBox="1"/>
          <p:nvPr/>
        </p:nvSpPr>
        <p:spPr>
          <a:xfrm>
            <a:off x="2704337" y="5905156"/>
            <a:ext cx="89408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Acceptable Auth details</a:t>
            </a:r>
            <a:endParaRPr lang="en-CA" sz="8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D1BA175-78D4-40E4-7F99-1A3768AB856E}"/>
              </a:ext>
            </a:extLst>
          </p:cNvPr>
          <p:cNvSpPr txBox="1"/>
          <p:nvPr/>
        </p:nvSpPr>
        <p:spPr>
          <a:xfrm>
            <a:off x="6238765" y="5711821"/>
            <a:ext cx="388315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Logs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168751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81290F-D64D-E650-DA38-47449A083A1E}"/>
              </a:ext>
            </a:extLst>
          </p:cNvPr>
          <p:cNvSpPr/>
          <p:nvPr/>
        </p:nvSpPr>
        <p:spPr>
          <a:xfrm>
            <a:off x="1754374" y="1108663"/>
            <a:ext cx="7705787" cy="38081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24C183-138F-6275-37FE-B5786CB823A9}"/>
              </a:ext>
            </a:extLst>
          </p:cNvPr>
          <p:cNvSpPr txBox="1"/>
          <p:nvPr/>
        </p:nvSpPr>
        <p:spPr>
          <a:xfrm>
            <a:off x="5142308" y="591312"/>
            <a:ext cx="291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ADC Control Software</a:t>
            </a:r>
            <a:endParaRPr lang="en-CA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197ED4-E343-23AD-4D10-4C81B049D645}"/>
              </a:ext>
            </a:extLst>
          </p:cNvPr>
          <p:cNvSpPr/>
          <p:nvPr/>
        </p:nvSpPr>
        <p:spPr>
          <a:xfrm>
            <a:off x="342900" y="1592203"/>
            <a:ext cx="1046747" cy="4354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Nurse getting medicine</a:t>
            </a:r>
            <a:endParaRPr lang="en-CA" sz="100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79FA68-7635-CAC2-8114-60D258A51F6B}"/>
              </a:ext>
            </a:extLst>
          </p:cNvPr>
          <p:cNvSpPr/>
          <p:nvPr/>
        </p:nvSpPr>
        <p:spPr>
          <a:xfrm>
            <a:off x="342899" y="2431617"/>
            <a:ext cx="1046747" cy="4354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Nurse stocking medicine</a:t>
            </a:r>
            <a:endParaRPr lang="en-CA" sz="10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9861D17-9144-5616-9736-25644DDCD04B}"/>
              </a:ext>
            </a:extLst>
          </p:cNvPr>
          <p:cNvSpPr/>
          <p:nvPr/>
        </p:nvSpPr>
        <p:spPr>
          <a:xfrm>
            <a:off x="5214903" y="1756942"/>
            <a:ext cx="1259989" cy="8127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 In/Authentication</a:t>
            </a:r>
            <a:endParaRPr lang="en-CA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6D82DB-FF63-8052-AAC1-686022972E83}"/>
              </a:ext>
            </a:extLst>
          </p:cNvPr>
          <p:cNvSpPr txBox="1"/>
          <p:nvPr/>
        </p:nvSpPr>
        <p:spPr>
          <a:xfrm>
            <a:off x="8237674" y="6223323"/>
            <a:ext cx="274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UML </a:t>
            </a:r>
            <a:r>
              <a:rPr lang="en-US" dirty="0" err="1"/>
              <a:t>usecase</a:t>
            </a:r>
            <a:r>
              <a:rPr lang="en-US" dirty="0"/>
              <a:t> diagram</a:t>
            </a:r>
            <a:endParaRPr lang="en-CA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FFD6DC3-3162-BD06-CC22-2A2DA547F6EF}"/>
              </a:ext>
            </a:extLst>
          </p:cNvPr>
          <p:cNvSpPr/>
          <p:nvPr/>
        </p:nvSpPr>
        <p:spPr>
          <a:xfrm>
            <a:off x="8053345" y="2631651"/>
            <a:ext cx="1032933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Report System Status</a:t>
            </a:r>
            <a:endParaRPr lang="en-CA" sz="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0E752F9-2A82-BC7D-F472-DF3465579818}"/>
              </a:ext>
            </a:extLst>
          </p:cNvPr>
          <p:cNvSpPr/>
          <p:nvPr/>
        </p:nvSpPr>
        <p:spPr>
          <a:xfrm>
            <a:off x="8053345" y="4118690"/>
            <a:ext cx="1032933" cy="52838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Report Inventory</a:t>
            </a:r>
            <a:endParaRPr lang="en-CA" sz="8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0285E2D-D623-6881-7ECF-06F50DB8FC8E}"/>
              </a:ext>
            </a:extLst>
          </p:cNvPr>
          <p:cNvSpPr/>
          <p:nvPr/>
        </p:nvSpPr>
        <p:spPr>
          <a:xfrm>
            <a:off x="8053346" y="3367191"/>
            <a:ext cx="1032932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Report System Logs</a:t>
            </a:r>
            <a:endParaRPr lang="en-CA" sz="8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D57C0FC-A8A4-7CF9-A445-DCFA8578716A}"/>
              </a:ext>
            </a:extLst>
          </p:cNvPr>
          <p:cNvSpPr/>
          <p:nvPr/>
        </p:nvSpPr>
        <p:spPr>
          <a:xfrm>
            <a:off x="9837401" y="1866954"/>
            <a:ext cx="1563142" cy="40687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Cabinet Management System</a:t>
            </a:r>
            <a:endParaRPr lang="en-CA" sz="10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B07048A-3ECC-00A0-201E-CA118A131F75}"/>
              </a:ext>
            </a:extLst>
          </p:cNvPr>
          <p:cNvSpPr/>
          <p:nvPr/>
        </p:nvSpPr>
        <p:spPr>
          <a:xfrm>
            <a:off x="1879343" y="2412100"/>
            <a:ext cx="1311046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Restocking</a:t>
            </a:r>
            <a:endParaRPr lang="en-CA" sz="12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11B50D-163A-6E6F-23C3-739B8CF40452}"/>
              </a:ext>
            </a:extLst>
          </p:cNvPr>
          <p:cNvSpPr/>
          <p:nvPr/>
        </p:nvSpPr>
        <p:spPr>
          <a:xfrm>
            <a:off x="1879343" y="1563683"/>
            <a:ext cx="1311046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Dispensing</a:t>
            </a:r>
            <a:endParaRPr lang="en-CA" sz="1200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5F63AAC-AC91-AB6F-911C-7B96C1A001C1}"/>
              </a:ext>
            </a:extLst>
          </p:cNvPr>
          <p:cNvSpPr/>
          <p:nvPr/>
        </p:nvSpPr>
        <p:spPr>
          <a:xfrm>
            <a:off x="466675" y="3613411"/>
            <a:ext cx="1046747" cy="4354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Technician</a:t>
            </a:r>
            <a:endParaRPr lang="en-CA" sz="10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B98A791-3704-E7E7-B729-4DA885E75793}"/>
              </a:ext>
            </a:extLst>
          </p:cNvPr>
          <p:cNvSpPr/>
          <p:nvPr/>
        </p:nvSpPr>
        <p:spPr>
          <a:xfrm>
            <a:off x="4248335" y="3630747"/>
            <a:ext cx="1522557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Do Maintenance</a:t>
            </a:r>
            <a:endParaRPr lang="en-CA" sz="12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134842C-897C-28A9-B29B-53E2038ED014}"/>
              </a:ext>
            </a:extLst>
          </p:cNvPr>
          <p:cNvSpPr/>
          <p:nvPr/>
        </p:nvSpPr>
        <p:spPr>
          <a:xfrm>
            <a:off x="1973151" y="3597239"/>
            <a:ext cx="1311046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Access System Logs</a:t>
            </a:r>
            <a:endParaRPr lang="en-CA" sz="12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DF55199-19ED-0FBF-BE09-D1268AB4E232}"/>
              </a:ext>
            </a:extLst>
          </p:cNvPr>
          <p:cNvSpPr/>
          <p:nvPr/>
        </p:nvSpPr>
        <p:spPr>
          <a:xfrm>
            <a:off x="2236278" y="2992727"/>
            <a:ext cx="1311046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Access fault flags and internal data</a:t>
            </a:r>
            <a:endParaRPr lang="en-CA" sz="8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51BA5A5-08BF-A0CA-1E93-17AC392EADAA}"/>
              </a:ext>
            </a:extLst>
          </p:cNvPr>
          <p:cNvSpPr/>
          <p:nvPr/>
        </p:nvSpPr>
        <p:spPr>
          <a:xfrm>
            <a:off x="7070877" y="1246313"/>
            <a:ext cx="1311046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Cabinet Open</a:t>
            </a:r>
            <a:endParaRPr lang="en-CA" sz="12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37718AB-F1CA-1BBE-1034-A831E850732E}"/>
              </a:ext>
            </a:extLst>
          </p:cNvPr>
          <p:cNvSpPr/>
          <p:nvPr/>
        </p:nvSpPr>
        <p:spPr>
          <a:xfrm>
            <a:off x="6673019" y="2752006"/>
            <a:ext cx="1311046" cy="4924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Cabinet Close</a:t>
            </a:r>
            <a:endParaRPr lang="en-CA" sz="1200" dirty="0"/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B24CF25-93ED-0425-D8DD-8C439338D897}"/>
              </a:ext>
            </a:extLst>
          </p:cNvPr>
          <p:cNvCxnSpPr>
            <a:stCxn id="65" idx="6"/>
            <a:endCxn id="49" idx="2"/>
          </p:cNvCxnSpPr>
          <p:nvPr/>
        </p:nvCxnSpPr>
        <p:spPr>
          <a:xfrm>
            <a:off x="3190389" y="1809903"/>
            <a:ext cx="2024514" cy="353404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DDC4F52B-B02B-4A25-FF90-7D8C9B6D6825}"/>
              </a:ext>
            </a:extLst>
          </p:cNvPr>
          <p:cNvCxnSpPr>
            <a:cxnSpLocks/>
            <a:stCxn id="63" idx="6"/>
          </p:cNvCxnSpPr>
          <p:nvPr/>
        </p:nvCxnSpPr>
        <p:spPr>
          <a:xfrm flipV="1">
            <a:off x="3190389" y="2267744"/>
            <a:ext cx="1848667" cy="390576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D80EACE-CE46-C125-99AA-53AE1832BE3C}"/>
              </a:ext>
            </a:extLst>
          </p:cNvPr>
          <p:cNvCxnSpPr>
            <a:stCxn id="44" idx="3"/>
            <a:endCxn id="65" idx="2"/>
          </p:cNvCxnSpPr>
          <p:nvPr/>
        </p:nvCxnSpPr>
        <p:spPr>
          <a:xfrm flipV="1">
            <a:off x="1389647" y="1809903"/>
            <a:ext cx="4896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99DCB2-3E41-A4A1-9AD3-4B02A506A834}"/>
              </a:ext>
            </a:extLst>
          </p:cNvPr>
          <p:cNvCxnSpPr>
            <a:stCxn id="48" idx="3"/>
            <a:endCxn id="63" idx="2"/>
          </p:cNvCxnSpPr>
          <p:nvPr/>
        </p:nvCxnSpPr>
        <p:spPr>
          <a:xfrm>
            <a:off x="1389646" y="2649318"/>
            <a:ext cx="489697" cy="9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74F5329C-74F6-E209-1A81-4AAA6491F4E7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1513422" y="3831112"/>
            <a:ext cx="1051214" cy="747095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212A6EDD-70E4-B3E8-7B95-A86D662E5B32}"/>
              </a:ext>
            </a:extLst>
          </p:cNvPr>
          <p:cNvCxnSpPr>
            <a:cxnSpLocks/>
          </p:cNvCxnSpPr>
          <p:nvPr/>
        </p:nvCxnSpPr>
        <p:spPr>
          <a:xfrm flipV="1">
            <a:off x="2559191" y="3956326"/>
            <a:ext cx="1713470" cy="621881"/>
          </a:xfrm>
          <a:prstGeom prst="bentConnector3">
            <a:avLst>
              <a:gd name="adj1" fmla="val 749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87827100-DE6B-0A2F-56FC-491ACD40889D}"/>
              </a:ext>
            </a:extLst>
          </p:cNvPr>
          <p:cNvCxnSpPr>
            <a:stCxn id="75" idx="6"/>
          </p:cNvCxnSpPr>
          <p:nvPr/>
        </p:nvCxnSpPr>
        <p:spPr>
          <a:xfrm>
            <a:off x="3547324" y="3238947"/>
            <a:ext cx="725337" cy="467421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5DAECC-789E-9E78-7A0A-DF670CA8608C}"/>
              </a:ext>
            </a:extLst>
          </p:cNvPr>
          <p:cNvCxnSpPr>
            <a:cxnSpLocks/>
          </p:cNvCxnSpPr>
          <p:nvPr/>
        </p:nvCxnSpPr>
        <p:spPr>
          <a:xfrm>
            <a:off x="5066108" y="2166547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6F1DD9B-1FD2-2344-FFD2-AF03B86CAC94}"/>
              </a:ext>
            </a:extLst>
          </p:cNvPr>
          <p:cNvCxnSpPr>
            <a:cxnSpLocks/>
          </p:cNvCxnSpPr>
          <p:nvPr/>
        </p:nvCxnSpPr>
        <p:spPr>
          <a:xfrm>
            <a:off x="5066108" y="2267744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1992FCB-08C2-0DF6-9B42-58F3EFF53518}"/>
              </a:ext>
            </a:extLst>
          </p:cNvPr>
          <p:cNvCxnSpPr>
            <a:cxnSpLocks/>
          </p:cNvCxnSpPr>
          <p:nvPr/>
        </p:nvCxnSpPr>
        <p:spPr>
          <a:xfrm>
            <a:off x="4248336" y="3706368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4F4BFCF3-D2D7-B36A-94B1-3E1C25B454AD}"/>
              </a:ext>
            </a:extLst>
          </p:cNvPr>
          <p:cNvCxnSpPr>
            <a:endCxn id="61" idx="1"/>
          </p:cNvCxnSpPr>
          <p:nvPr/>
        </p:nvCxnSpPr>
        <p:spPr>
          <a:xfrm rot="5400000" flipH="1" flipV="1">
            <a:off x="9063525" y="2093143"/>
            <a:ext cx="796629" cy="7511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B367CA50-1050-4D17-ECFF-9F167754D114}"/>
              </a:ext>
            </a:extLst>
          </p:cNvPr>
          <p:cNvCxnSpPr>
            <a:stCxn id="57" idx="6"/>
          </p:cNvCxnSpPr>
          <p:nvPr/>
        </p:nvCxnSpPr>
        <p:spPr>
          <a:xfrm flipV="1">
            <a:off x="9086278" y="2273824"/>
            <a:ext cx="759600" cy="1339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DFDA3FF4-8194-F083-09D8-08A6F526325D}"/>
              </a:ext>
            </a:extLst>
          </p:cNvPr>
          <p:cNvCxnSpPr>
            <a:stCxn id="55" idx="6"/>
          </p:cNvCxnSpPr>
          <p:nvPr/>
        </p:nvCxnSpPr>
        <p:spPr>
          <a:xfrm flipV="1">
            <a:off x="9086278" y="2273824"/>
            <a:ext cx="1222058" cy="21090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CE2A4862-1FE3-1B79-3C75-E4123CF42C2E}"/>
              </a:ext>
            </a:extLst>
          </p:cNvPr>
          <p:cNvCxnSpPr>
            <a:cxnSpLocks/>
            <a:stCxn id="71" idx="6"/>
          </p:cNvCxnSpPr>
          <p:nvPr/>
        </p:nvCxnSpPr>
        <p:spPr>
          <a:xfrm flipH="1" flipV="1">
            <a:off x="5191456" y="2420144"/>
            <a:ext cx="579436" cy="1456823"/>
          </a:xfrm>
          <a:prstGeom prst="bentConnector4">
            <a:avLst>
              <a:gd name="adj1" fmla="val -39452"/>
              <a:gd name="adj2" fmla="val 58451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FFBA1AC-1EE5-6488-AD1D-BB99BC65A6B4}"/>
              </a:ext>
            </a:extLst>
          </p:cNvPr>
          <p:cNvCxnSpPr>
            <a:cxnSpLocks/>
          </p:cNvCxnSpPr>
          <p:nvPr/>
        </p:nvCxnSpPr>
        <p:spPr>
          <a:xfrm>
            <a:off x="5218508" y="2420144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236FA77-68AE-0F30-4A9B-4870415F7F36}"/>
              </a:ext>
            </a:extLst>
          </p:cNvPr>
          <p:cNvCxnSpPr>
            <a:cxnSpLocks/>
            <a:stCxn id="73" idx="6"/>
          </p:cNvCxnSpPr>
          <p:nvPr/>
        </p:nvCxnSpPr>
        <p:spPr>
          <a:xfrm flipV="1">
            <a:off x="3284197" y="3813795"/>
            <a:ext cx="957325" cy="29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CD23821-1E77-705F-4740-AAC2B5219EEA}"/>
              </a:ext>
            </a:extLst>
          </p:cNvPr>
          <p:cNvCxnSpPr>
            <a:cxnSpLocks/>
          </p:cNvCxnSpPr>
          <p:nvPr/>
        </p:nvCxnSpPr>
        <p:spPr>
          <a:xfrm>
            <a:off x="4120261" y="3813795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4F8D36B8-4B80-844A-10B5-26325B7BF8D7}"/>
              </a:ext>
            </a:extLst>
          </p:cNvPr>
          <p:cNvCxnSpPr>
            <a:cxnSpLocks/>
            <a:endCxn id="77" idx="2"/>
          </p:cNvCxnSpPr>
          <p:nvPr/>
        </p:nvCxnSpPr>
        <p:spPr>
          <a:xfrm flipV="1">
            <a:off x="6439917" y="1492533"/>
            <a:ext cx="630960" cy="488124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2EEEC101-E99F-8326-7E75-8A427850B068}"/>
              </a:ext>
            </a:extLst>
          </p:cNvPr>
          <p:cNvCxnSpPr>
            <a:cxnSpLocks/>
            <a:stCxn id="49" idx="5"/>
            <a:endCxn id="79" idx="2"/>
          </p:cNvCxnSpPr>
          <p:nvPr/>
        </p:nvCxnSpPr>
        <p:spPr>
          <a:xfrm rot="16200000" flipH="1">
            <a:off x="6207907" y="2533114"/>
            <a:ext cx="547576" cy="38264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12C9DFA-BE9F-88A6-8F5B-0780E0F45A55}"/>
              </a:ext>
            </a:extLst>
          </p:cNvPr>
          <p:cNvCxnSpPr>
            <a:cxnSpLocks/>
          </p:cNvCxnSpPr>
          <p:nvPr/>
        </p:nvCxnSpPr>
        <p:spPr>
          <a:xfrm>
            <a:off x="6538806" y="3008548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034159C-C8F4-5B69-4F6A-07C239AEE3DB}"/>
              </a:ext>
            </a:extLst>
          </p:cNvPr>
          <p:cNvCxnSpPr>
            <a:cxnSpLocks/>
          </p:cNvCxnSpPr>
          <p:nvPr/>
        </p:nvCxnSpPr>
        <p:spPr>
          <a:xfrm>
            <a:off x="6918477" y="1492533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999C977A-3432-4969-D083-6E0C02D03510}"/>
              </a:ext>
            </a:extLst>
          </p:cNvPr>
          <p:cNvSpPr txBox="1"/>
          <p:nvPr/>
        </p:nvSpPr>
        <p:spPr>
          <a:xfrm>
            <a:off x="3655377" y="1687117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&lt;&lt;Include&gt;&gt;</a:t>
            </a:r>
            <a:endParaRPr lang="en-CA" sz="8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6DC5991-4944-4485-F5E8-C885A43E4D8D}"/>
              </a:ext>
            </a:extLst>
          </p:cNvPr>
          <p:cNvSpPr txBox="1"/>
          <p:nvPr/>
        </p:nvSpPr>
        <p:spPr>
          <a:xfrm>
            <a:off x="3744301" y="2349903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&lt;&lt;Include&gt;&gt;</a:t>
            </a:r>
            <a:endParaRPr lang="en-CA" sz="8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0514C2B-6CE6-6599-2C5D-A8AFD9079BE2}"/>
              </a:ext>
            </a:extLst>
          </p:cNvPr>
          <p:cNvSpPr txBox="1"/>
          <p:nvPr/>
        </p:nvSpPr>
        <p:spPr>
          <a:xfrm>
            <a:off x="4800979" y="2629153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&lt;&lt;Include&gt;&gt;</a:t>
            </a:r>
            <a:endParaRPr lang="en-CA" sz="8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64422F6-0577-2DAD-8FBE-6AE371912114}"/>
              </a:ext>
            </a:extLst>
          </p:cNvPr>
          <p:cNvSpPr txBox="1"/>
          <p:nvPr/>
        </p:nvSpPr>
        <p:spPr>
          <a:xfrm>
            <a:off x="3537097" y="3320595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&lt;&lt;extend&gt;&gt;</a:t>
            </a:r>
            <a:endParaRPr lang="en-CA" sz="8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F6A8C9B-41CD-977A-5A7E-20E3841978F2}"/>
              </a:ext>
            </a:extLst>
          </p:cNvPr>
          <p:cNvSpPr txBox="1"/>
          <p:nvPr/>
        </p:nvSpPr>
        <p:spPr>
          <a:xfrm>
            <a:off x="3342902" y="3711852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&lt;&lt;extend&gt;&gt;</a:t>
            </a:r>
            <a:endParaRPr lang="en-CA" sz="8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00DD36B-72DC-73C8-1705-02EFE6FEA79D}"/>
              </a:ext>
            </a:extLst>
          </p:cNvPr>
          <p:cNvSpPr txBox="1"/>
          <p:nvPr/>
        </p:nvSpPr>
        <p:spPr>
          <a:xfrm>
            <a:off x="6343057" y="1693739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&lt;&lt;Include&gt;&gt;</a:t>
            </a:r>
            <a:endParaRPr lang="en-CA" sz="8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8CC9C31-9A24-3FAB-1FFA-9D48BF41692A}"/>
              </a:ext>
            </a:extLst>
          </p:cNvPr>
          <p:cNvSpPr txBox="1"/>
          <p:nvPr/>
        </p:nvSpPr>
        <p:spPr>
          <a:xfrm>
            <a:off x="6011844" y="2637628"/>
            <a:ext cx="763999" cy="2154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&lt;&lt;Include&gt;&gt;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73015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F890-379B-6D09-6A35-7016F2B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val 89">
            <a:extLst>
              <a:ext uri="{FF2B5EF4-FFF2-40B4-BE49-F238E27FC236}">
                <a16:creationId xmlns:a16="http://schemas.microsoft.com/office/drawing/2014/main" id="{DFC00FDF-EB8E-BDB2-F3F0-6D391E40FF28}"/>
              </a:ext>
            </a:extLst>
          </p:cNvPr>
          <p:cNvSpPr/>
          <p:nvPr/>
        </p:nvSpPr>
        <p:spPr>
          <a:xfrm>
            <a:off x="6970908" y="5711713"/>
            <a:ext cx="706938" cy="7546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2018CC-B98F-0AD5-CC80-93967A3C9901}"/>
              </a:ext>
            </a:extLst>
          </p:cNvPr>
          <p:cNvSpPr txBox="1"/>
          <p:nvPr/>
        </p:nvSpPr>
        <p:spPr>
          <a:xfrm>
            <a:off x="8237674" y="6223323"/>
            <a:ext cx="2745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UML activity diagram – Getting medicine</a:t>
            </a:r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029FDC-BCF9-ED17-E192-09611D4B86AD}"/>
              </a:ext>
            </a:extLst>
          </p:cNvPr>
          <p:cNvSpPr/>
          <p:nvPr/>
        </p:nvSpPr>
        <p:spPr>
          <a:xfrm>
            <a:off x="3034719" y="909144"/>
            <a:ext cx="104674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Select Intention Via UI</a:t>
            </a:r>
            <a:endParaRPr lang="en-CA" sz="1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012245-365D-C9D6-8D74-9F3E75AB2491}"/>
              </a:ext>
            </a:extLst>
          </p:cNvPr>
          <p:cNvSpPr/>
          <p:nvPr/>
        </p:nvSpPr>
        <p:spPr>
          <a:xfrm>
            <a:off x="3034717" y="1627867"/>
            <a:ext cx="104674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Select Log in method</a:t>
            </a:r>
            <a:endParaRPr lang="en-CA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85C519-3A02-552B-7E82-7093A89D9B55}"/>
              </a:ext>
            </a:extLst>
          </p:cNvPr>
          <p:cNvSpPr/>
          <p:nvPr/>
        </p:nvSpPr>
        <p:spPr>
          <a:xfrm>
            <a:off x="4479468" y="4665233"/>
            <a:ext cx="104674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Select Drawer to open</a:t>
            </a:r>
            <a:endParaRPr lang="en-CA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907B43-E837-B4A9-3303-2F30EB3B9013}"/>
              </a:ext>
            </a:extLst>
          </p:cNvPr>
          <p:cNvSpPr/>
          <p:nvPr/>
        </p:nvSpPr>
        <p:spPr>
          <a:xfrm>
            <a:off x="4479467" y="5887391"/>
            <a:ext cx="104674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Close the Drawer</a:t>
            </a:r>
            <a:endParaRPr lang="en-CA" sz="1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F0A1B0-F8AC-9D80-486E-A23F023D5D96}"/>
              </a:ext>
            </a:extLst>
          </p:cNvPr>
          <p:cNvSpPr/>
          <p:nvPr/>
        </p:nvSpPr>
        <p:spPr>
          <a:xfrm>
            <a:off x="3875025" y="2745083"/>
            <a:ext cx="931463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Card Log in</a:t>
            </a:r>
            <a:endParaRPr lang="en-CA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78DFDB-BA48-D326-E650-D0CC16DCDD10}"/>
              </a:ext>
            </a:extLst>
          </p:cNvPr>
          <p:cNvSpPr/>
          <p:nvPr/>
        </p:nvSpPr>
        <p:spPr>
          <a:xfrm>
            <a:off x="1766503" y="2745084"/>
            <a:ext cx="169137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Log in using username/password</a:t>
            </a:r>
            <a:endParaRPr lang="en-CA" sz="1000" dirty="0"/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8CB110DE-5BE5-6C4D-5C22-AC97847878AD}"/>
              </a:ext>
            </a:extLst>
          </p:cNvPr>
          <p:cNvSpPr/>
          <p:nvPr/>
        </p:nvSpPr>
        <p:spPr>
          <a:xfrm>
            <a:off x="3388415" y="2391858"/>
            <a:ext cx="339345" cy="13854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545B4A2-1E3B-E734-9230-7857844F8A2A}"/>
              </a:ext>
            </a:extLst>
          </p:cNvPr>
          <p:cNvSpPr/>
          <p:nvPr/>
        </p:nvSpPr>
        <p:spPr>
          <a:xfrm>
            <a:off x="4479467" y="5276312"/>
            <a:ext cx="104674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Get Medicine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E003CD-71E9-FAC8-DFDB-C5CBB7D24AE1}"/>
              </a:ext>
            </a:extLst>
          </p:cNvPr>
          <p:cNvSpPr/>
          <p:nvPr/>
        </p:nvSpPr>
        <p:spPr>
          <a:xfrm>
            <a:off x="3280105" y="4058032"/>
            <a:ext cx="963168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4ED594FC-0FDB-1E06-0F17-5F7CED59B2BA}"/>
              </a:ext>
            </a:extLst>
          </p:cNvPr>
          <p:cNvSpPr/>
          <p:nvPr/>
        </p:nvSpPr>
        <p:spPr>
          <a:xfrm>
            <a:off x="3592016" y="4354892"/>
            <a:ext cx="339345" cy="13854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ED10B4-4BFE-6F8C-053B-4746C796F2D9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3558093" y="653665"/>
            <a:ext cx="1" cy="25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5E41B7-69AC-25D7-5051-C16AF6A67EB5}"/>
              </a:ext>
            </a:extLst>
          </p:cNvPr>
          <p:cNvCxnSpPr/>
          <p:nvPr/>
        </p:nvCxnSpPr>
        <p:spPr>
          <a:xfrm flipH="1">
            <a:off x="3558088" y="1359245"/>
            <a:ext cx="1" cy="255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5FC5D4-DCC4-61C7-63A2-7FF266266828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558090" y="2063268"/>
            <a:ext cx="1" cy="328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35A7CD6-F11E-E288-891D-8BFE99D2F992}"/>
              </a:ext>
            </a:extLst>
          </p:cNvPr>
          <p:cNvCxnSpPr>
            <a:stCxn id="21" idx="3"/>
            <a:endCxn id="14" idx="0"/>
          </p:cNvCxnSpPr>
          <p:nvPr/>
        </p:nvCxnSpPr>
        <p:spPr>
          <a:xfrm>
            <a:off x="3727760" y="2461129"/>
            <a:ext cx="612997" cy="2839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E1D3D21-126C-D778-43E9-F5812FD13068}"/>
              </a:ext>
            </a:extLst>
          </p:cNvPr>
          <p:cNvCxnSpPr>
            <a:stCxn id="21" idx="1"/>
            <a:endCxn id="16" idx="0"/>
          </p:cNvCxnSpPr>
          <p:nvPr/>
        </p:nvCxnSpPr>
        <p:spPr>
          <a:xfrm rot="10800000" flipV="1">
            <a:off x="2612193" y="2461128"/>
            <a:ext cx="776223" cy="2839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EC40789-7600-B955-2245-01B61DB9427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03147" y="3223303"/>
            <a:ext cx="794313" cy="7762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0931CB80-A4EA-3613-7D07-09737AB77908}"/>
              </a:ext>
            </a:extLst>
          </p:cNvPr>
          <p:cNvCxnSpPr>
            <a:stCxn id="14" idx="2"/>
          </p:cNvCxnSpPr>
          <p:nvPr/>
        </p:nvCxnSpPr>
        <p:spPr>
          <a:xfrm rot="5400000">
            <a:off x="3697285" y="3414560"/>
            <a:ext cx="877548" cy="4093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0C4270E-F7F9-B70D-BB68-DF14301E4D70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>
            <a:off x="3761689" y="4103751"/>
            <a:ext cx="0" cy="251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5D44F823-B434-B500-0DAC-25E688417C7B}"/>
              </a:ext>
            </a:extLst>
          </p:cNvPr>
          <p:cNvCxnSpPr>
            <a:stCxn id="28" idx="1"/>
            <a:endCxn id="8" idx="1"/>
          </p:cNvCxnSpPr>
          <p:nvPr/>
        </p:nvCxnSpPr>
        <p:spPr>
          <a:xfrm rot="10800000">
            <a:off x="3034718" y="1845569"/>
            <a:ext cx="557299" cy="2578595"/>
          </a:xfrm>
          <a:prstGeom prst="bentConnector3">
            <a:avLst>
              <a:gd name="adj1" fmla="val 4254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424627C-CCE1-E44E-358B-F22BD80C0440}"/>
              </a:ext>
            </a:extLst>
          </p:cNvPr>
          <p:cNvCxnSpPr>
            <a:stCxn id="28" idx="3"/>
            <a:endCxn id="10" idx="0"/>
          </p:cNvCxnSpPr>
          <p:nvPr/>
        </p:nvCxnSpPr>
        <p:spPr>
          <a:xfrm>
            <a:off x="3931361" y="4424163"/>
            <a:ext cx="1071481" cy="2410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67B2508-FBD3-736E-AB25-880D2F3C7126}"/>
              </a:ext>
            </a:extLst>
          </p:cNvPr>
          <p:cNvCxnSpPr>
            <a:stCxn id="10" idx="2"/>
            <a:endCxn id="25" idx="0"/>
          </p:cNvCxnSpPr>
          <p:nvPr/>
        </p:nvCxnSpPr>
        <p:spPr>
          <a:xfrm flipH="1">
            <a:off x="5002841" y="5100634"/>
            <a:ext cx="1" cy="175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7C5F7D0-1052-231D-93D6-90AE8E2BF3A1}"/>
              </a:ext>
            </a:extLst>
          </p:cNvPr>
          <p:cNvCxnSpPr>
            <a:stCxn id="25" idx="2"/>
            <a:endCxn id="12" idx="0"/>
          </p:cNvCxnSpPr>
          <p:nvPr/>
        </p:nvCxnSpPr>
        <p:spPr>
          <a:xfrm>
            <a:off x="5002841" y="5711713"/>
            <a:ext cx="0" cy="175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6465B65-2EF0-E438-9A0A-4EC2C5447EBA}"/>
              </a:ext>
            </a:extLst>
          </p:cNvPr>
          <p:cNvSpPr/>
          <p:nvPr/>
        </p:nvSpPr>
        <p:spPr>
          <a:xfrm>
            <a:off x="3161847" y="0"/>
            <a:ext cx="792480" cy="68483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  <a:endParaRPr lang="en-CA" sz="8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AD90993-DCE8-9843-C677-A3FE4E736B8A}"/>
              </a:ext>
            </a:extLst>
          </p:cNvPr>
          <p:cNvSpPr/>
          <p:nvPr/>
        </p:nvSpPr>
        <p:spPr>
          <a:xfrm>
            <a:off x="7007388" y="5820764"/>
            <a:ext cx="633977" cy="56011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END</a:t>
            </a:r>
            <a:endParaRPr lang="en-CA" sz="8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5EA27A6-6542-2F7D-EB00-A34046398DAF}"/>
              </a:ext>
            </a:extLst>
          </p:cNvPr>
          <p:cNvSpPr txBox="1"/>
          <p:nvPr/>
        </p:nvSpPr>
        <p:spPr>
          <a:xfrm>
            <a:off x="2420713" y="2121644"/>
            <a:ext cx="8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Username/password</a:t>
            </a:r>
            <a:endParaRPr lang="en-CA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C627361-1D40-592C-326A-3CFCB761334E}"/>
              </a:ext>
            </a:extLst>
          </p:cNvPr>
          <p:cNvSpPr txBox="1"/>
          <p:nvPr/>
        </p:nvSpPr>
        <p:spPr>
          <a:xfrm>
            <a:off x="3699805" y="2186476"/>
            <a:ext cx="8961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Card Login</a:t>
            </a:r>
            <a:endParaRPr lang="en-CA" sz="9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C927F02-D470-1506-6EBC-F3340D1D0726}"/>
              </a:ext>
            </a:extLst>
          </p:cNvPr>
          <p:cNvSpPr txBox="1"/>
          <p:nvPr/>
        </p:nvSpPr>
        <p:spPr>
          <a:xfrm>
            <a:off x="3875025" y="4148541"/>
            <a:ext cx="1177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Successful login</a:t>
            </a:r>
            <a:endParaRPr lang="en-CA" sz="9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49BEF60-750E-B2B2-D856-3A3E91BCD64D}"/>
              </a:ext>
            </a:extLst>
          </p:cNvPr>
          <p:cNvSpPr txBox="1"/>
          <p:nvPr/>
        </p:nvSpPr>
        <p:spPr>
          <a:xfrm>
            <a:off x="2550089" y="4148541"/>
            <a:ext cx="1177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Failed login</a:t>
            </a:r>
            <a:endParaRPr lang="en-CA" sz="900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1B957C8D-0A54-CCDE-B905-03D871199FE8}"/>
              </a:ext>
            </a:extLst>
          </p:cNvPr>
          <p:cNvSpPr/>
          <p:nvPr/>
        </p:nvSpPr>
        <p:spPr>
          <a:xfrm>
            <a:off x="6801002" y="5004086"/>
            <a:ext cx="1046747" cy="4354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Close the Cabinet</a:t>
            </a:r>
            <a:endParaRPr lang="en-CA" sz="1000" dirty="0"/>
          </a:p>
        </p:txBody>
      </p:sp>
      <p:sp>
        <p:nvSpPr>
          <p:cNvPr id="111" name="Flowchart: Decision 110">
            <a:extLst>
              <a:ext uri="{FF2B5EF4-FFF2-40B4-BE49-F238E27FC236}">
                <a16:creationId xmlns:a16="http://schemas.microsoft.com/office/drawing/2014/main" id="{1AF52753-24D7-053F-E7EC-B4B9CC44CCC0}"/>
              </a:ext>
            </a:extLst>
          </p:cNvPr>
          <p:cNvSpPr/>
          <p:nvPr/>
        </p:nvSpPr>
        <p:spPr>
          <a:xfrm>
            <a:off x="4833167" y="6546488"/>
            <a:ext cx="339345" cy="13854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B9DBA608-CC87-4ACB-3F3A-8C9A6722F17A}"/>
              </a:ext>
            </a:extLst>
          </p:cNvPr>
          <p:cNvCxnSpPr>
            <a:cxnSpLocks/>
            <a:stCxn id="111" idx="3"/>
            <a:endCxn id="107" idx="0"/>
          </p:cNvCxnSpPr>
          <p:nvPr/>
        </p:nvCxnSpPr>
        <p:spPr>
          <a:xfrm flipV="1">
            <a:off x="5172512" y="5004086"/>
            <a:ext cx="2151864" cy="1611673"/>
          </a:xfrm>
          <a:prstGeom prst="bentConnector4">
            <a:avLst>
              <a:gd name="adj1" fmla="val 58850"/>
              <a:gd name="adj2" fmla="val 1141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C4F14F3-9706-E920-3DFA-2496151ABE85}"/>
              </a:ext>
            </a:extLst>
          </p:cNvPr>
          <p:cNvCxnSpPr>
            <a:stCxn id="107" idx="2"/>
            <a:endCxn id="90" idx="0"/>
          </p:cNvCxnSpPr>
          <p:nvPr/>
        </p:nvCxnSpPr>
        <p:spPr>
          <a:xfrm>
            <a:off x="7324376" y="5439487"/>
            <a:ext cx="1" cy="272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4BFFD48-4073-2C9D-6593-BDA6068E051E}"/>
              </a:ext>
            </a:extLst>
          </p:cNvPr>
          <p:cNvCxnSpPr>
            <a:stCxn id="12" idx="2"/>
            <a:endCxn id="111" idx="0"/>
          </p:cNvCxnSpPr>
          <p:nvPr/>
        </p:nvCxnSpPr>
        <p:spPr>
          <a:xfrm flipH="1">
            <a:off x="5002840" y="6322792"/>
            <a:ext cx="1" cy="223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ADFB7DD3-A1A0-5129-B0A0-CF240449E8AF}"/>
              </a:ext>
            </a:extLst>
          </p:cNvPr>
          <p:cNvCxnSpPr>
            <a:stCxn id="111" idx="1"/>
            <a:endCxn id="10" idx="1"/>
          </p:cNvCxnSpPr>
          <p:nvPr/>
        </p:nvCxnSpPr>
        <p:spPr>
          <a:xfrm rot="10800000">
            <a:off x="4479469" y="4882935"/>
            <a:ext cx="353699" cy="1732825"/>
          </a:xfrm>
          <a:prstGeom prst="bentConnector3">
            <a:avLst>
              <a:gd name="adj1" fmla="val 3499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1E7A19F2-5F5C-F1A6-2797-3C12AF422EBB}"/>
              </a:ext>
            </a:extLst>
          </p:cNvPr>
          <p:cNvSpPr txBox="1"/>
          <p:nvPr/>
        </p:nvSpPr>
        <p:spPr>
          <a:xfrm>
            <a:off x="5452166" y="6281062"/>
            <a:ext cx="873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Done getting all medicines</a:t>
            </a:r>
            <a:endParaRPr lang="en-CA" sz="9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C8471D0-A97C-45DB-8326-A5F527F5C7FF}"/>
              </a:ext>
            </a:extLst>
          </p:cNvPr>
          <p:cNvSpPr txBox="1"/>
          <p:nvPr/>
        </p:nvSpPr>
        <p:spPr>
          <a:xfrm>
            <a:off x="3575080" y="6281062"/>
            <a:ext cx="107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More medicines to get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161985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DAF7D-0CEE-2964-2173-CF69D7E3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F4CCA252-3402-B661-544F-A32533109026}"/>
              </a:ext>
            </a:extLst>
          </p:cNvPr>
          <p:cNvSpPr txBox="1"/>
          <p:nvPr/>
        </p:nvSpPr>
        <p:spPr>
          <a:xfrm>
            <a:off x="8237674" y="6223323"/>
            <a:ext cx="274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UML State diagram</a:t>
            </a:r>
            <a:endParaRPr lang="en-CA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7D5066A-7608-4F25-D2DE-7006FD27885B}"/>
              </a:ext>
            </a:extLst>
          </p:cNvPr>
          <p:cNvSpPr/>
          <p:nvPr/>
        </p:nvSpPr>
        <p:spPr>
          <a:xfrm>
            <a:off x="3986784" y="832104"/>
            <a:ext cx="1197864" cy="1197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Standby State</a:t>
            </a:r>
            <a:endParaRPr lang="en-CA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407126-3580-E3FD-FB35-C2223A98C6F1}"/>
              </a:ext>
            </a:extLst>
          </p:cNvPr>
          <p:cNvSpPr/>
          <p:nvPr/>
        </p:nvSpPr>
        <p:spPr>
          <a:xfrm>
            <a:off x="8048244" y="203454"/>
            <a:ext cx="1197864" cy="1197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Emergency Shutdown</a:t>
            </a:r>
            <a:endParaRPr lang="en-CA" sz="10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CB67B5-9417-4B33-C94C-25BD12253559}"/>
              </a:ext>
            </a:extLst>
          </p:cNvPr>
          <p:cNvSpPr/>
          <p:nvPr/>
        </p:nvSpPr>
        <p:spPr>
          <a:xfrm>
            <a:off x="2055876" y="3657601"/>
            <a:ext cx="1197864" cy="1197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Dispensing State </a:t>
            </a:r>
            <a:endParaRPr lang="en-CA" sz="105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94F342-C064-49E2-3C08-0A888C6414A0}"/>
              </a:ext>
            </a:extLst>
          </p:cNvPr>
          <p:cNvSpPr/>
          <p:nvPr/>
        </p:nvSpPr>
        <p:spPr>
          <a:xfrm>
            <a:off x="7120128" y="1632204"/>
            <a:ext cx="1197864" cy="1197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Fault State </a:t>
            </a:r>
            <a:endParaRPr lang="en-CA" sz="10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AA5E30-B2BC-188C-698F-C1747F48E65E}"/>
              </a:ext>
            </a:extLst>
          </p:cNvPr>
          <p:cNvSpPr/>
          <p:nvPr/>
        </p:nvSpPr>
        <p:spPr>
          <a:xfrm>
            <a:off x="348996" y="585403"/>
            <a:ext cx="1197864" cy="1197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Locked Mode </a:t>
            </a:r>
            <a:endParaRPr lang="en-CA" sz="10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596DED-F02C-FDD5-C040-E260ED34C595}"/>
              </a:ext>
            </a:extLst>
          </p:cNvPr>
          <p:cNvSpPr/>
          <p:nvPr/>
        </p:nvSpPr>
        <p:spPr>
          <a:xfrm>
            <a:off x="6272784" y="3677086"/>
            <a:ext cx="1197864" cy="1197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Maintenance State</a:t>
            </a:r>
            <a:endParaRPr lang="en-CA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6C25A5-3049-6EED-2B44-8800B947026D}"/>
              </a:ext>
            </a:extLst>
          </p:cNvPr>
          <p:cNvCxnSpPr>
            <a:cxnSpLocks/>
            <a:stCxn id="2" idx="2"/>
            <a:endCxn id="11" idx="7"/>
          </p:cNvCxnSpPr>
          <p:nvPr/>
        </p:nvCxnSpPr>
        <p:spPr>
          <a:xfrm flipH="1" flipV="1">
            <a:off x="1371437" y="760826"/>
            <a:ext cx="2615347" cy="670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1743AB-4CF9-F246-E00C-D1306293171C}"/>
              </a:ext>
            </a:extLst>
          </p:cNvPr>
          <p:cNvCxnSpPr>
            <a:cxnSpLocks/>
            <a:stCxn id="2" idx="3"/>
            <a:endCxn id="7" idx="0"/>
          </p:cNvCxnSpPr>
          <p:nvPr/>
        </p:nvCxnSpPr>
        <p:spPr>
          <a:xfrm flipH="1">
            <a:off x="2654808" y="1854545"/>
            <a:ext cx="1507399" cy="1803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E65D30-79F6-55F9-CEAF-416629BDD78F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5009225" y="1854545"/>
            <a:ext cx="1272703" cy="2376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1E6601-91AA-0815-2625-8B6DB001DCF9}"/>
              </a:ext>
            </a:extLst>
          </p:cNvPr>
          <p:cNvCxnSpPr>
            <a:stCxn id="2" idx="6"/>
            <a:endCxn id="9" idx="2"/>
          </p:cNvCxnSpPr>
          <p:nvPr/>
        </p:nvCxnSpPr>
        <p:spPr>
          <a:xfrm>
            <a:off x="5184648" y="1431036"/>
            <a:ext cx="1935480" cy="800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3CC4D8-1802-CEC0-BD12-E0A18F0AA914}"/>
              </a:ext>
            </a:extLst>
          </p:cNvPr>
          <p:cNvCxnSpPr>
            <a:stCxn id="2" idx="7"/>
            <a:endCxn id="5" idx="2"/>
          </p:cNvCxnSpPr>
          <p:nvPr/>
        </p:nvCxnSpPr>
        <p:spPr>
          <a:xfrm flipV="1">
            <a:off x="5009225" y="802386"/>
            <a:ext cx="3039019" cy="20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F3CCB40-D09E-654B-BB0D-A771FCDE8EFD}"/>
              </a:ext>
            </a:extLst>
          </p:cNvPr>
          <p:cNvSpPr txBox="1"/>
          <p:nvPr/>
        </p:nvSpPr>
        <p:spPr>
          <a:xfrm>
            <a:off x="3408507" y="3281334"/>
            <a:ext cx="1064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Cabinet closed</a:t>
            </a:r>
            <a:endParaRPr lang="en-CA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D36B3A-2FC5-71BE-B60C-A631AC063019}"/>
              </a:ext>
            </a:extLst>
          </p:cNvPr>
          <p:cNvSpPr txBox="1"/>
          <p:nvPr/>
        </p:nvSpPr>
        <p:spPr>
          <a:xfrm>
            <a:off x="4918438" y="3385183"/>
            <a:ext cx="1064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Maintence</a:t>
            </a:r>
            <a:r>
              <a:rPr lang="en-US" sz="1000" dirty="0"/>
              <a:t> request w/ valid login</a:t>
            </a:r>
            <a:endParaRPr lang="en-CA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B2576F-623F-CC0C-FA8D-017495132AFF}"/>
              </a:ext>
            </a:extLst>
          </p:cNvPr>
          <p:cNvSpPr txBox="1"/>
          <p:nvPr/>
        </p:nvSpPr>
        <p:spPr>
          <a:xfrm>
            <a:off x="2234565" y="483827"/>
            <a:ext cx="1064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Request from management system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1861CE-EA57-F844-7216-EE6340DDE792}"/>
              </a:ext>
            </a:extLst>
          </p:cNvPr>
          <p:cNvSpPr txBox="1"/>
          <p:nvPr/>
        </p:nvSpPr>
        <p:spPr>
          <a:xfrm>
            <a:off x="6607384" y="890426"/>
            <a:ext cx="1064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Request from management system</a:t>
            </a:r>
            <a:endParaRPr lang="en-CA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AF12C6-4D1F-BA31-4B10-B4A22081DE69}"/>
              </a:ext>
            </a:extLst>
          </p:cNvPr>
          <p:cNvSpPr txBox="1"/>
          <p:nvPr/>
        </p:nvSpPr>
        <p:spPr>
          <a:xfrm>
            <a:off x="5850255" y="1894299"/>
            <a:ext cx="10645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Sensor reporting unintended state. System errors detected</a:t>
            </a:r>
            <a:endParaRPr lang="en-CA" sz="10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71247A-9B68-A8AE-9193-F9145D623A74}"/>
              </a:ext>
            </a:extLst>
          </p:cNvPr>
          <p:cNvCxnSpPr>
            <a:stCxn id="9" idx="7"/>
          </p:cNvCxnSpPr>
          <p:nvPr/>
        </p:nvCxnSpPr>
        <p:spPr>
          <a:xfrm flipV="1">
            <a:off x="8142569" y="1431036"/>
            <a:ext cx="315631" cy="376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135C1B5-DA0B-640D-99A7-948353E06B50}"/>
              </a:ext>
            </a:extLst>
          </p:cNvPr>
          <p:cNvSpPr txBox="1"/>
          <p:nvPr/>
        </p:nvSpPr>
        <p:spPr>
          <a:xfrm>
            <a:off x="8317992" y="1602486"/>
            <a:ext cx="1064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Safety Critical Errors</a:t>
            </a:r>
            <a:endParaRPr lang="en-CA" sz="10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DDC8880-E8E2-6BCE-B890-7FA2A83ABA03}"/>
              </a:ext>
            </a:extLst>
          </p:cNvPr>
          <p:cNvCxnSpPr>
            <a:cxnSpLocks/>
            <a:stCxn id="11" idx="6"/>
            <a:endCxn id="2" idx="3"/>
          </p:cNvCxnSpPr>
          <p:nvPr/>
        </p:nvCxnSpPr>
        <p:spPr>
          <a:xfrm>
            <a:off x="1546860" y="1184335"/>
            <a:ext cx="2615347" cy="670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D29669A-3BF3-0877-B3B4-42B9E1B03D02}"/>
              </a:ext>
            </a:extLst>
          </p:cNvPr>
          <p:cNvCxnSpPr>
            <a:endCxn id="2" idx="4"/>
          </p:cNvCxnSpPr>
          <p:nvPr/>
        </p:nvCxnSpPr>
        <p:spPr>
          <a:xfrm flipV="1">
            <a:off x="2980944" y="2029968"/>
            <a:ext cx="1604772" cy="1874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5A872E5-5A2C-A764-B0B8-AFD552BF6070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5102352" y="1639582"/>
            <a:ext cx="1345855" cy="2212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404A68-FA8A-9D6D-591E-565866D553B9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5184648" y="1280160"/>
            <a:ext cx="2110903" cy="527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174E1E1-DB04-F138-7966-65930AC9904A}"/>
              </a:ext>
            </a:extLst>
          </p:cNvPr>
          <p:cNvCxnSpPr>
            <a:stCxn id="5" idx="1"/>
          </p:cNvCxnSpPr>
          <p:nvPr/>
        </p:nvCxnSpPr>
        <p:spPr>
          <a:xfrm flipH="1">
            <a:off x="4892040" y="378877"/>
            <a:ext cx="3331627" cy="526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7B029B2-8EB2-B378-D05B-4DF9BAB46FDF}"/>
              </a:ext>
            </a:extLst>
          </p:cNvPr>
          <p:cNvSpPr txBox="1"/>
          <p:nvPr/>
        </p:nvSpPr>
        <p:spPr>
          <a:xfrm>
            <a:off x="2386965" y="2727336"/>
            <a:ext cx="1064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Dispensing/restocking request w/ valid login</a:t>
            </a:r>
            <a:endParaRPr lang="en-CA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C339C4-2031-18CE-762D-9B71993CDD9E}"/>
              </a:ext>
            </a:extLst>
          </p:cNvPr>
          <p:cNvSpPr txBox="1"/>
          <p:nvPr/>
        </p:nvSpPr>
        <p:spPr>
          <a:xfrm>
            <a:off x="5560994" y="1197925"/>
            <a:ext cx="1064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Faults cleared</a:t>
            </a:r>
            <a:endParaRPr lang="en-CA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AFDF5A-742D-8AC9-AA66-7D17190D2967}"/>
              </a:ext>
            </a:extLst>
          </p:cNvPr>
          <p:cNvSpPr txBox="1"/>
          <p:nvPr/>
        </p:nvSpPr>
        <p:spPr>
          <a:xfrm>
            <a:off x="6431498" y="3355381"/>
            <a:ext cx="1064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Maintence</a:t>
            </a:r>
            <a:r>
              <a:rPr lang="en-US" sz="1000" dirty="0"/>
              <a:t> log out</a:t>
            </a:r>
            <a:endParaRPr lang="en-CA" sz="1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2AC6C88-39B3-A895-09FD-E46A7EE572CF}"/>
              </a:ext>
            </a:extLst>
          </p:cNvPr>
          <p:cNvSpPr txBox="1"/>
          <p:nvPr/>
        </p:nvSpPr>
        <p:spPr>
          <a:xfrm>
            <a:off x="6152388" y="135486"/>
            <a:ext cx="1064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Safety critical faults cleared</a:t>
            </a:r>
            <a:endParaRPr lang="en-CA" sz="1000" dirty="0"/>
          </a:p>
        </p:txBody>
      </p:sp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AEA65684-1423-97DD-EE98-C0056B7A92C9}"/>
              </a:ext>
            </a:extLst>
          </p:cNvPr>
          <p:cNvCxnSpPr>
            <a:stCxn id="7" idx="5"/>
            <a:endCxn id="9" idx="5"/>
          </p:cNvCxnSpPr>
          <p:nvPr/>
        </p:nvCxnSpPr>
        <p:spPr>
          <a:xfrm rot="5400000" flipH="1" flipV="1">
            <a:off x="4597744" y="1135218"/>
            <a:ext cx="2025397" cy="5064252"/>
          </a:xfrm>
          <a:prstGeom prst="curvedConnector3">
            <a:avLst>
              <a:gd name="adj1" fmla="val -510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E5FCDA9-C22A-E612-28DA-13C26B78AB2D}"/>
              </a:ext>
            </a:extLst>
          </p:cNvPr>
          <p:cNvSpPr txBox="1"/>
          <p:nvPr/>
        </p:nvSpPr>
        <p:spPr>
          <a:xfrm>
            <a:off x="6983730" y="5047058"/>
            <a:ext cx="1064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Cabinet left open for too long</a:t>
            </a:r>
            <a:endParaRPr lang="en-CA" sz="1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CF639F5-7FEE-E349-BFFB-E7F9C525F174}"/>
              </a:ext>
            </a:extLst>
          </p:cNvPr>
          <p:cNvSpPr txBox="1"/>
          <p:nvPr/>
        </p:nvSpPr>
        <p:spPr>
          <a:xfrm>
            <a:off x="1894713" y="1447057"/>
            <a:ext cx="1064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Unlock Request from management system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130283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331</Words>
  <Application>Microsoft Office PowerPoint</Application>
  <PresentationFormat>Widescreen</PresentationFormat>
  <Paragraphs>115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Jiang</dc:creator>
  <cp:lastModifiedBy>Leo Jiang</cp:lastModifiedBy>
  <cp:revision>1</cp:revision>
  <dcterms:created xsi:type="dcterms:W3CDTF">2026-10-07T18:00:06Z</dcterms:created>
  <dcterms:modified xsi:type="dcterms:W3CDTF">2026-10-18T19:48:36Z</dcterms:modified>
</cp:coreProperties>
</file>